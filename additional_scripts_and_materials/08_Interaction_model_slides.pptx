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3" r:id="rId1"/>
  </p:sldMasterIdLst>
  <p:notesMasterIdLst>
    <p:notesMasterId r:id="rId22"/>
  </p:notesMasterIdLst>
  <p:sldIdLst>
    <p:sldId id="275" r:id="rId2"/>
    <p:sldId id="276" r:id="rId3"/>
    <p:sldId id="297" r:id="rId4"/>
    <p:sldId id="278" r:id="rId5"/>
    <p:sldId id="298" r:id="rId6"/>
    <p:sldId id="279" r:id="rId7"/>
    <p:sldId id="288" r:id="rId8"/>
    <p:sldId id="287" r:id="rId9"/>
    <p:sldId id="286" r:id="rId10"/>
    <p:sldId id="283" r:id="rId11"/>
    <p:sldId id="284" r:id="rId12"/>
    <p:sldId id="292" r:id="rId13"/>
    <p:sldId id="291" r:id="rId14"/>
    <p:sldId id="290" r:id="rId15"/>
    <p:sldId id="289" r:id="rId16"/>
    <p:sldId id="282" r:id="rId17"/>
    <p:sldId id="296" r:id="rId18"/>
    <p:sldId id="295" r:id="rId19"/>
    <p:sldId id="294" r:id="rId20"/>
    <p:sldId id="293" r:id="rId21"/>
  </p:sldIdLst>
  <p:sldSz cx="9144000" cy="5143500" type="screen16x9"/>
  <p:notesSz cx="6858000" cy="9144000"/>
  <p:embeddedFontLst>
    <p:embeddedFont>
      <p:font typeface="Cabin" pitchFamily="2" charset="77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895900-14CC-4243-8230-97016A6E15D6}">
  <a:tblStyle styleId="{9C895900-14CC-4243-8230-97016A6E15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0"/>
    <p:restoredTop sz="94726"/>
  </p:normalViewPr>
  <p:slideViewPr>
    <p:cSldViewPr snapToGrid="0">
      <p:cViewPr varScale="1">
        <p:scale>
          <a:sx n="160" d="100"/>
          <a:sy n="160" d="100"/>
        </p:scale>
        <p:origin x="28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ECB34BD4-5939-8185-C4E4-95B2EB77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961B291E-3E29-51D4-48B8-552A841BB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1A752198-95CD-F0E5-9D14-FBA3E982F9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18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9B1BB704-BA50-65F5-5B28-873A880B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7C90AD19-1D9A-513E-53BC-B72E26109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67CDE6F8-410E-D87E-B9A7-DFF7D6701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3701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F6486F12-3890-20F0-A4C9-28FC5088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5A271F84-F6CA-17D9-24E8-BD106BD4D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8B886FDA-51C9-5B5C-BEEB-F11E18BF7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7235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F0122A1-D1BA-F340-7949-27353A10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16551B72-23DF-49B7-B14C-4032AB9FC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6CF86DD5-8AC7-D933-EAFD-F8AE65A9D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7654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91707303-C55E-3F4E-2BBD-DD306727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97A5D9C3-C86E-DC52-EBCB-EBED25739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A2170837-227B-85D4-84B6-60EE50AEC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9161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3B0C959E-DF8F-D65C-BBB5-5DA48EDE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3476766E-FF79-956C-09F8-AF5AAA0AB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FF00CFEA-E4BE-16F3-FB98-72E37AE13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574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5080062B-76EA-5B66-5D6A-4DACEFDC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3774DAAA-EC28-40EA-BD9E-8D2598736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0D7794A9-A698-5755-092B-AA790C365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0352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B038E3AD-74AA-DF59-6F98-E093A5D6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1442994C-7085-D886-850E-0E4FDA907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DCE3E0F5-A152-65BD-67B6-6A4CD8BF1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4946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DBD458B-7B41-2D66-ADF9-E45FC633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D0A93F3F-D041-7E8D-057A-E60A7EBFD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4226F887-BFC8-0BD6-58FE-1EA75F08A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243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AD0BA77D-FEE4-6F68-0C86-1446F9F3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26F63C5F-E070-F4F0-C711-979960C31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BD16861C-07CC-052B-BEED-245BD731F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1061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C21F434-FC42-874D-FE52-4B6F0728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7505BD33-DB7B-378D-1F67-058D682A8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6A346AB1-CC87-A092-89E9-6D5F8147F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6694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94B36130-1FB5-B36E-5973-E65878A5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6AEF44F6-41E9-79EB-C468-5A4C67436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249DB064-29CB-F995-ECEB-C2ABE1BCF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870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3DFB791-5BE6-A8F8-A30D-3B6CA16A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C4707D78-C453-1589-7259-CA39686DC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29D94A50-DDCF-AE1E-780C-C2CBD2396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710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80E4AD8-B12F-0712-9761-F662C6E5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EDCBABCB-484D-0779-ABBC-9F3B73B4A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C7867D49-C048-E221-2F30-74F771E0C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623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AD0EA8C7-F334-56C1-B350-0A1CAE7B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DD7A9057-C77E-9F23-471A-2DADFC68B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09AB89A3-5A9D-D78F-9A7D-9B2B24F64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9907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21FF792D-D2B9-27EB-F32D-AE784923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4B7B54FA-2BAE-EE60-F56E-055F641E3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92D23725-2187-B9EF-077B-C97C39AD4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7963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D20617FB-0475-DB16-7FB1-9BE5CD30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764DDE38-6FA5-5A6A-BC6C-6399694D6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AE2D1012-1DD4-F7D9-70CF-4B8F36D5C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6216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66EA41EC-1824-EB99-4F51-A3D09C7A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3EC1CE9C-260C-25F0-4399-1295BB46C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94CC830C-74CB-2360-3F8D-9D7940FF9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1512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FF8A82BB-C58E-7A86-B410-B8EB7056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>
            <a:extLst>
              <a:ext uri="{FF2B5EF4-FFF2-40B4-BE49-F238E27FC236}">
                <a16:creationId xmlns:a16="http://schemas.microsoft.com/office/drawing/2014/main" id="{70B923B6-AD45-8956-AA3B-4A32F74554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>
            <a:extLst>
              <a:ext uri="{FF2B5EF4-FFF2-40B4-BE49-F238E27FC236}">
                <a16:creationId xmlns:a16="http://schemas.microsoft.com/office/drawing/2014/main" id="{9528689D-C90A-2FB8-5F8D-279E4355B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6194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4000" y="1707654"/>
            <a:ext cx="3456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000" y="3475044"/>
            <a:ext cx="3456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DD3CDD-D029-482B-B0C7-8148556A2425}"/>
              </a:ext>
            </a:extLst>
          </p:cNvPr>
          <p:cNvSpPr/>
          <p:nvPr/>
        </p:nvSpPr>
        <p:spPr>
          <a:xfrm>
            <a:off x="7110282" y="3832928"/>
            <a:ext cx="1890210" cy="1134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4953F-E8C8-4237-823E-C80F854F92B8}"/>
              </a:ext>
            </a:extLst>
          </p:cNvPr>
          <p:cNvSpPr txBox="1"/>
          <p:nvPr/>
        </p:nvSpPr>
        <p:spPr>
          <a:xfrm>
            <a:off x="6728649" y="4840002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tx2"/>
                </a:solidFill>
                <a:latin typeface="Calibri" panose="020F0502020204030204" pitchFamily="34" charset="0"/>
              </a:rPr>
              <a:t>Together we will beat cancer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799656-09DB-4783-B27C-7BAA814B5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46" y="4299943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095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4000" y="1707654"/>
            <a:ext cx="3456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000" y="3475044"/>
            <a:ext cx="3456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9CB002-D45B-4635-A81B-DEACB25146DD}"/>
              </a:ext>
            </a:extLst>
          </p:cNvPr>
          <p:cNvSpPr/>
          <p:nvPr/>
        </p:nvSpPr>
        <p:spPr>
          <a:xfrm>
            <a:off x="7110282" y="3813888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ACE78-9094-4BAB-88B0-2409CB7F7313}"/>
              </a:ext>
            </a:extLst>
          </p:cNvPr>
          <p:cNvSpPr txBox="1"/>
          <p:nvPr/>
        </p:nvSpPr>
        <p:spPr>
          <a:xfrm>
            <a:off x="6678234" y="4840002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bg1"/>
                </a:solidFill>
                <a:latin typeface="Calibri" panose="020F0502020204030204" pitchFamily="34" charset="0"/>
                <a:cs typeface="Andalus" panose="02020603050405020304" pitchFamily="18" charset="-78"/>
              </a:rPr>
              <a:t>Together we will beat cancer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312D3E-807A-4A52-A8B7-5C9E77210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824" y="4299942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739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option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2" y="3003798"/>
            <a:ext cx="3780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A112773-0389-44C1-9A6C-D346A4A50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892D67-F81D-4EAF-91FC-295D8C2F6020}"/>
              </a:ext>
            </a:extLst>
          </p:cNvPr>
          <p:cNvSpPr/>
          <p:nvPr/>
        </p:nvSpPr>
        <p:spPr>
          <a:xfrm>
            <a:off x="4991311" y="380471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3C406D-B215-4935-8E9E-66DD87522B2E}"/>
              </a:ext>
            </a:extLst>
          </p:cNvPr>
          <p:cNvSpPr/>
          <p:nvPr/>
        </p:nvSpPr>
        <p:spPr>
          <a:xfrm>
            <a:off x="5156786" y="1255460"/>
            <a:ext cx="127857" cy="127857"/>
          </a:xfrm>
          <a:prstGeom prst="ellipse">
            <a:avLst/>
          </a:prstGeom>
          <a:solidFill>
            <a:srgbClr val="00B6ED"/>
          </a:solidFill>
          <a:ln>
            <a:solidFill>
              <a:srgbClr val="00B6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AEAD39-6F92-40BC-B53B-719F85124F3E}"/>
              </a:ext>
            </a:extLst>
          </p:cNvPr>
          <p:cNvSpPr/>
          <p:nvPr/>
        </p:nvSpPr>
        <p:spPr>
          <a:xfrm>
            <a:off x="4595682" y="280458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36AE6-2107-40DE-99F8-D4EE744CD5C2}"/>
              </a:ext>
            </a:extLst>
          </p:cNvPr>
          <p:cNvSpPr txBox="1"/>
          <p:nvPr/>
        </p:nvSpPr>
        <p:spPr>
          <a:xfrm>
            <a:off x="163578" y="4857408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tx2"/>
                </a:solidFill>
                <a:latin typeface="Calibri" panose="020F0502020204030204" pitchFamily="34" charset="0"/>
              </a:rPr>
              <a:t>Together we will beat cancer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1263D7-559D-4BEC-80C9-175F6C07A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299943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47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option 4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2" y="3003798"/>
            <a:ext cx="3780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97D0358-D1A5-4615-A65D-68C0B35BE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BCF2C7-D150-4547-98EB-CC87532E06F2}"/>
              </a:ext>
            </a:extLst>
          </p:cNvPr>
          <p:cNvSpPr/>
          <p:nvPr/>
        </p:nvSpPr>
        <p:spPr>
          <a:xfrm>
            <a:off x="251520" y="3776244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201BF-9504-4E8A-B769-8C83E1A8EB01}"/>
              </a:ext>
            </a:extLst>
          </p:cNvPr>
          <p:cNvSpPr txBox="1"/>
          <p:nvPr/>
        </p:nvSpPr>
        <p:spPr>
          <a:xfrm>
            <a:off x="143508" y="4857408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bg1"/>
                </a:solidFill>
                <a:latin typeface="Calibri" panose="020F0502020204030204" pitchFamily="34" charset="0"/>
                <a:cs typeface="Andalus" panose="02020603050405020304" pitchFamily="18" charset="-78"/>
              </a:rPr>
              <a:t>Together we will beat cancer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DF14C7-60D8-4D88-B7AB-897F26D5E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299942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6201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option 4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2" y="3003798"/>
            <a:ext cx="3780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97D0358-D1A5-4615-A65D-68C0B35BE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0E9D85-FA01-435A-807C-2764FE1066EB}"/>
              </a:ext>
            </a:extLst>
          </p:cNvPr>
          <p:cNvSpPr/>
          <p:nvPr/>
        </p:nvSpPr>
        <p:spPr>
          <a:xfrm>
            <a:off x="251520" y="3776244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835EBC-EFF7-4C19-A824-ABA43CC01B6F}"/>
              </a:ext>
            </a:extLst>
          </p:cNvPr>
          <p:cNvSpPr txBox="1"/>
          <p:nvPr/>
        </p:nvSpPr>
        <p:spPr>
          <a:xfrm>
            <a:off x="143508" y="4857408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bg1"/>
                </a:solidFill>
                <a:latin typeface="Calibri" panose="020F0502020204030204" pitchFamily="34" charset="0"/>
                <a:cs typeface="Andalus" panose="02020603050405020304" pitchFamily="18" charset="-78"/>
              </a:rPr>
              <a:t>Together we will beat cancer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A8B399-06C1-4EA0-AC8F-1340D16BC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299942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515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071422"/>
            <a:ext cx="5616178" cy="1000658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CE970A-69F0-4380-B369-6E5245E60786}"/>
              </a:ext>
            </a:extLst>
          </p:cNvPr>
          <p:cNvSpPr/>
          <p:nvPr/>
        </p:nvSpPr>
        <p:spPr>
          <a:xfrm>
            <a:off x="7110282" y="3915206"/>
            <a:ext cx="1836204" cy="1134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75505-2C65-4AA4-91A9-4D6D0D6AD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46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002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071422"/>
            <a:ext cx="5616178" cy="1000658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57045-282D-4894-93DF-38BEDA5FC206}"/>
              </a:ext>
            </a:extLst>
          </p:cNvPr>
          <p:cNvSpPr/>
          <p:nvPr/>
        </p:nvSpPr>
        <p:spPr>
          <a:xfrm>
            <a:off x="7110282" y="3915206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4F69F-2D00-4A70-A094-4F6050E9F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066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3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071422"/>
            <a:ext cx="5616178" cy="1000658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DC983-CD54-481A-90C4-66C6E8002E4C}"/>
              </a:ext>
            </a:extLst>
          </p:cNvPr>
          <p:cNvSpPr/>
          <p:nvPr/>
        </p:nvSpPr>
        <p:spPr>
          <a:xfrm>
            <a:off x="7110282" y="3915206"/>
            <a:ext cx="1836204" cy="1134126"/>
          </a:xfrm>
          <a:prstGeom prst="rect">
            <a:avLst/>
          </a:prstGeom>
          <a:solidFill>
            <a:srgbClr val="A7A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34D5D9-5C59-429E-815C-3CEACC870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157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CEBE5DC-07E1-4B65-9518-961D2B318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CF35B7-1632-421B-8A62-A66970D923EA}"/>
              </a:ext>
            </a:extLst>
          </p:cNvPr>
          <p:cNvSpPr/>
          <p:nvPr/>
        </p:nvSpPr>
        <p:spPr>
          <a:xfrm>
            <a:off x="953598" y="357504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62D73B-BBFA-449A-946A-8A819A1B7DF8}"/>
              </a:ext>
            </a:extLst>
          </p:cNvPr>
          <p:cNvSpPr/>
          <p:nvPr/>
        </p:nvSpPr>
        <p:spPr>
          <a:xfrm>
            <a:off x="1331640" y="696425"/>
            <a:ext cx="127857" cy="127857"/>
          </a:xfrm>
          <a:prstGeom prst="ellipse">
            <a:avLst/>
          </a:prstGeom>
          <a:solidFill>
            <a:srgbClr val="00B6ED"/>
          </a:solidFill>
          <a:ln>
            <a:solidFill>
              <a:srgbClr val="00B6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45F4B4-6C4B-4789-85A0-919776932321}"/>
              </a:ext>
            </a:extLst>
          </p:cNvPr>
          <p:cNvSpPr/>
          <p:nvPr/>
        </p:nvSpPr>
        <p:spPr>
          <a:xfrm>
            <a:off x="251520" y="1005576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DF331A-3129-4180-9508-489221126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22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5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A36F336-08E4-4E71-B479-98F032E8E4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EAE266-1AED-426B-ABE4-360FFA7DD1E2}"/>
              </a:ext>
            </a:extLst>
          </p:cNvPr>
          <p:cNvSpPr/>
          <p:nvPr/>
        </p:nvSpPr>
        <p:spPr>
          <a:xfrm>
            <a:off x="251520" y="3776244"/>
            <a:ext cx="1836204" cy="1279782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84D46-3FE0-4651-9122-7C3AAD129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688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-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CEBE5DC-07E1-4B65-9518-961D2B318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B5E23-9338-459A-A8E7-4762B24C3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143" y="1059582"/>
            <a:ext cx="137172" cy="137172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FC321904-BDBE-419A-B400-DC1CF0C4B86D}"/>
              </a:ext>
            </a:extLst>
          </p:cNvPr>
          <p:cNvSpPr/>
          <p:nvPr/>
        </p:nvSpPr>
        <p:spPr>
          <a:xfrm>
            <a:off x="251520" y="1005576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5C9B4C-1761-4163-B0E9-E286F346BFDD}"/>
              </a:ext>
            </a:extLst>
          </p:cNvPr>
          <p:cNvSpPr/>
          <p:nvPr/>
        </p:nvSpPr>
        <p:spPr>
          <a:xfrm>
            <a:off x="953598" y="357504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77CE84-C8D0-4A59-B596-71C9205AD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98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- option 5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A36F336-08E4-4E71-B479-98F032E8E4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BD166-F610-4586-9EE0-E9973EC99FEF}"/>
              </a:ext>
            </a:extLst>
          </p:cNvPr>
          <p:cNvSpPr/>
          <p:nvPr/>
        </p:nvSpPr>
        <p:spPr>
          <a:xfrm>
            <a:off x="251520" y="3776244"/>
            <a:ext cx="1836204" cy="1279782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241499-57D5-4B7B-84CD-D6C76928A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318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 -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CEBE5DC-07E1-4B65-9518-961D2B318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0FECDD-3436-426C-8DBD-F8CDDAB31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143" y="1059582"/>
            <a:ext cx="137172" cy="1371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C377E3B-3FEB-4504-9826-BAC76041BEDA}"/>
              </a:ext>
            </a:extLst>
          </p:cNvPr>
          <p:cNvSpPr/>
          <p:nvPr/>
        </p:nvSpPr>
        <p:spPr>
          <a:xfrm>
            <a:off x="251520" y="1005576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4D8866-A746-4452-BC0D-42B729C259A0}"/>
              </a:ext>
            </a:extLst>
          </p:cNvPr>
          <p:cNvSpPr/>
          <p:nvPr/>
        </p:nvSpPr>
        <p:spPr>
          <a:xfrm>
            <a:off x="953598" y="357504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EFBD-3898-4ED8-983A-068D02361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58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E5FA-BEBB-4862-9C43-D14CCB29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3DF61-D91B-41EB-AE86-A0DBDBFF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4DDFD-0837-41FA-8FBA-D37B3BB6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404475-5ECB-4D36-A4F5-040C1856A096}" type="datetime2">
              <a:rPr lang="en-GB" smtClean="0"/>
              <a:pPr/>
              <a:t>Thursday, 26 March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EAA5-9395-4AA0-96B6-BD23C524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C2346-9DC9-4EFE-9CC7-58A87388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3890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9FE78-1071-43B4-8733-6DC69482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A8F19-6500-41F2-994F-0C0B8A755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29613"/>
            <a:ext cx="3886200" cy="120289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A2526-AD2C-4E41-84D3-99AAD9431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29613"/>
            <a:ext cx="3886200" cy="120289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68D63-4560-490A-8851-3FAE68CD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FCC7DF-DE0D-449C-BEB8-BE8530498216}" type="datetime2">
              <a:rPr lang="en-GB" smtClean="0"/>
              <a:pPr/>
              <a:t>Thursday, 26 March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C26FF-ADB8-40BD-B16C-6FD03308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3D376-5FFC-4424-BA90-E81E512C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70573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3BF9-E686-45D8-9BA8-4838328F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EE3A2-B671-440F-82DD-2CC2477D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71593-4DB0-4D81-8C54-FC3441CD6A31}" type="datetime2">
              <a:rPr lang="en-GB" smtClean="0"/>
              <a:t>Thursday, 26 March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5F141-88CC-4C9B-BCBF-9411DD6B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1594B-2BB0-4059-A8A9-F6D66935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3481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4886D-F66E-4DA4-B896-2DD5F023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841" y="4747669"/>
            <a:ext cx="3942000" cy="92333"/>
          </a:xfrm>
        </p:spPr>
        <p:txBody>
          <a:bodyPr/>
          <a:lstStyle/>
          <a:p>
            <a:fld id="{A97DCDC8-AA34-4254-B0FC-746FEFC2CCD2}" type="datetime2">
              <a:rPr lang="en-GB" smtClean="0"/>
              <a:t>Thursday, 26 March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FCCD3-B48C-4476-9A97-D76934AF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841" y="4894009"/>
            <a:ext cx="3942159" cy="92333"/>
          </a:xfrm>
        </p:spPr>
        <p:txBody>
          <a:bodyPr/>
          <a:lstStyle/>
          <a:p>
            <a:r>
              <a:rPr lang="en-GB"/>
              <a:t>Footer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4CFAE-D0C0-468C-98D4-B14C14C4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530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056096-ABC1-404A-9892-9E48F602C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46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8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Whit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31231" y="1321782"/>
            <a:ext cx="3803665" cy="1206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243331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88101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731430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76200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4709108" y="1321782"/>
            <a:ext cx="3803665" cy="1206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243331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88101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731430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76200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250775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97D0358-D1A5-4615-A65D-68C0B35BE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936653-3080-447B-B85A-CA4AC2D8E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83680-74B4-4455-AFC5-36F2C960F739}"/>
              </a:ext>
            </a:extLst>
          </p:cNvPr>
          <p:cNvSpPr/>
          <p:nvPr/>
        </p:nvSpPr>
        <p:spPr>
          <a:xfrm>
            <a:off x="251520" y="3776244"/>
            <a:ext cx="1836204" cy="1279782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4253DF-1ABC-4174-A75F-C3973F2D5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55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5EF75-4D52-440A-A177-AD7D86E6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3498"/>
            <a:ext cx="7886700" cy="4616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0E384-7329-4F48-9513-487423506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29612"/>
            <a:ext cx="7886700" cy="120610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2CADF-0F3F-4A6D-8357-3E5A35796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9841" y="4747669"/>
            <a:ext cx="3942000" cy="9233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600">
                <a:solidFill>
                  <a:schemeClr val="tx2"/>
                </a:solidFill>
              </a:defRPr>
            </a:lvl1pPr>
          </a:lstStyle>
          <a:p>
            <a:fld id="{7BFF6A76-928D-4240-A973-B16EE178E0D9}" type="datetime2">
              <a:rPr lang="en-GB" smtClean="0"/>
              <a:pPr/>
              <a:t>Thursday, 26 March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8B8C9-4F22-4557-AE82-C88DC9015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894009"/>
            <a:ext cx="7884000" cy="9233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600"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40DCD-F5B7-4664-87EE-F1FFDD430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4747669"/>
            <a:ext cx="575556" cy="9233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60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75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kern="1200" cap="all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9081" indent="-269081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‒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473869" indent="-2047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742950" indent="-269081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40594" indent="-197644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pos="3840">
          <p15:clr>
            <a:srgbClr val="F26B43"/>
          </p15:clr>
        </p15:guide>
        <p15:guide id="4" orient="horz" pos="1117">
          <p15:clr>
            <a:srgbClr val="F26B43"/>
          </p15:clr>
        </p15:guide>
        <p15:guide id="5" orient="horz" pos="4065">
          <p15:clr>
            <a:srgbClr val="F26B43"/>
          </p15:clr>
        </p15:guide>
        <p15:guide id="7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87" name="Google Shape;487;p35"/>
          <p:cNvSpPr txBox="1"/>
          <p:nvPr/>
        </p:nvSpPr>
        <p:spPr>
          <a:xfrm>
            <a:off x="3151349" y="839900"/>
            <a:ext cx="3919493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drug + genotype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drug:genotype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8" name="Google Shape;488;p35"/>
          <p:cNvSpPr txBox="1"/>
          <p:nvPr/>
        </p:nvSpPr>
        <p:spPr>
          <a:xfrm>
            <a:off x="3042449" y="535250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429875" y="633788"/>
            <a:ext cx="2524500" cy="1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drug   genotype</a:t>
            </a:r>
            <a:endParaRPr sz="12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Pink 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Pink 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Pink 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Pink 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White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White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sample7   White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sample8   White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2DD3E-5277-C246-AB60-FF572BBB4060}"/>
              </a:ext>
            </a:extLst>
          </p:cNvPr>
          <p:cNvGrpSpPr/>
          <p:nvPr/>
        </p:nvGrpSpPr>
        <p:grpSpPr>
          <a:xfrm>
            <a:off x="2665141" y="1788184"/>
            <a:ext cx="3036594" cy="3149616"/>
            <a:chOff x="3322725" y="1788184"/>
            <a:chExt cx="2379010" cy="2508678"/>
          </a:xfrm>
        </p:grpSpPr>
        <p:sp>
          <p:nvSpPr>
            <p:cNvPr id="489" name="Google Shape;489;p35"/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 txBox="1"/>
            <p:nvPr/>
          </p:nvSpPr>
          <p:spPr>
            <a:xfrm>
              <a:off x="4069398" y="281097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sp>
          <p:nvSpPr>
            <p:cNvPr id="492" name="Google Shape;492;p35"/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93" name="Google Shape;493;p35"/>
            <p:cNvSpPr txBox="1"/>
            <p:nvPr/>
          </p:nvSpPr>
          <p:spPr>
            <a:xfrm>
              <a:off x="3596605" y="3860085"/>
              <a:ext cx="74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WT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94" name="Google Shape;494;p35"/>
            <p:cNvSpPr txBox="1"/>
            <p:nvPr/>
          </p:nvSpPr>
          <p:spPr>
            <a:xfrm>
              <a:off x="4597873" y="3860085"/>
              <a:ext cx="74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MUT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95" name="Google Shape;495;p35"/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6" name="Google Shape;496;p35"/>
            <p:cNvSpPr txBox="1"/>
            <p:nvPr/>
          </p:nvSpPr>
          <p:spPr>
            <a:xfrm>
              <a:off x="5106235" y="29818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97" name="Google Shape;497;p35"/>
            <p:cNvSpPr txBox="1"/>
            <p:nvPr/>
          </p:nvSpPr>
          <p:spPr>
            <a:xfrm>
              <a:off x="5104634" y="2426690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grpSp>
          <p:nvGrpSpPr>
            <p:cNvPr id="498" name="Google Shape;498;p35"/>
            <p:cNvGrpSpPr/>
            <p:nvPr/>
          </p:nvGrpSpPr>
          <p:grpSpPr>
            <a:xfrm>
              <a:off x="4587690" y="2835029"/>
              <a:ext cx="262189" cy="262269"/>
              <a:chOff x="2735900" y="2493575"/>
              <a:chExt cx="609600" cy="725100"/>
            </a:xfrm>
          </p:grpSpPr>
          <p:sp>
            <p:nvSpPr>
              <p:cNvPr id="499" name="Google Shape;499;p35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5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1" name="Google Shape;501;p35"/>
            <p:cNvGrpSpPr/>
            <p:nvPr/>
          </p:nvGrpSpPr>
          <p:grpSpPr>
            <a:xfrm>
              <a:off x="5035787" y="1788184"/>
              <a:ext cx="262189" cy="262269"/>
              <a:chOff x="2735900" y="2493575"/>
              <a:chExt cx="609600" cy="725100"/>
            </a:xfrm>
          </p:grpSpPr>
          <p:sp>
            <p:nvSpPr>
              <p:cNvPr id="502" name="Google Shape;502;p35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5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4" name="Google Shape;504;p35"/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5" name="Google Shape;505;p35"/>
            <p:cNvCxnSpPr/>
            <p:nvPr/>
          </p:nvCxnSpPr>
          <p:spPr>
            <a:xfrm rot="10800000" flipH="1">
              <a:off x="5180652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6" name="Google Shape;506;p35"/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7" name="Google Shape;507;p35"/>
            <p:cNvCxnSpPr/>
            <p:nvPr/>
          </p:nvCxnSpPr>
          <p:spPr>
            <a:xfrm rot="10800000">
              <a:off x="5170206" y="2366709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8" name="Google Shape;508;p35"/>
            <p:cNvCxnSpPr/>
            <p:nvPr/>
          </p:nvCxnSpPr>
          <p:spPr>
            <a:xfrm rot="10800000">
              <a:off x="4145030" y="2704443"/>
              <a:ext cx="0" cy="709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0" name="Google Shape;510;p35"/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5"/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512" name="Google Shape;512;p35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5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4" name="Google Shape;514;p35"/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35"/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35"/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7" name="Google Shape;517;p35"/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</p:grpSp>
      <p:sp>
        <p:nvSpPr>
          <p:cNvPr id="518" name="Google Shape;518;p35"/>
          <p:cNvSpPr txBox="1"/>
          <p:nvPr/>
        </p:nvSpPr>
        <p:spPr>
          <a:xfrm>
            <a:off x="5995525" y="1707100"/>
            <a:ext cx="2931300" cy="3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Cabin"/>
                <a:ea typeface="Cabin"/>
                <a:cs typeface="Cabin"/>
                <a:sym typeface="Cabin"/>
              </a:rPr>
              <a:t>Null hypothesis:</a:t>
            </a:r>
            <a:endParaRPr sz="12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Cabin"/>
                <a:ea typeface="Cabin"/>
                <a:cs typeface="Cabin"/>
                <a:sym typeface="Cabin"/>
              </a:rPr>
              <a:t>Pink vs White (</a:t>
            </a:r>
            <a:r>
              <a:rPr lang="en-GB" sz="1200" u="sng" dirty="0">
                <a:latin typeface="Cabin"/>
                <a:ea typeface="Cabin"/>
                <a:cs typeface="Cabin"/>
                <a:sym typeface="Cabin"/>
              </a:rPr>
              <a:t>WT</a:t>
            </a:r>
            <a:r>
              <a:rPr lang="en-GB" sz="1200" dirty="0"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Pink vs White (</a:t>
            </a:r>
            <a:r>
              <a:rPr lang="en-GB" sz="1200" u="sng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MUT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 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WT vs MUT (</a:t>
            </a:r>
            <a:r>
              <a:rPr lang="en-GB" sz="1200" u="sng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White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WT vs MUT (</a:t>
            </a:r>
            <a:r>
              <a:rPr lang="en-GB" sz="1200" u="sng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Pink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 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Interaction (“Difference of differences”):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 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DC91B708-FE73-E98A-BDA7-8EFD2C52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DA8D670D-51AE-C818-EC4A-128A981D2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93F6C3-32C9-D2A1-C84B-170562033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564418"/>
              </p:ext>
            </p:extLst>
          </p:nvPr>
        </p:nvGraphicFramePr>
        <p:xfrm>
          <a:off x="2446093" y="803712"/>
          <a:ext cx="3596899" cy="3302338"/>
        </p:xfrm>
        <a:graphic>
          <a:graphicData uri="http://schemas.openxmlformats.org/drawingml/2006/table">
            <a:tbl>
              <a:tblPr/>
              <a:tblGrid>
                <a:gridCol w="1429825">
                  <a:extLst>
                    <a:ext uri="{9D8B030D-6E8A-4147-A177-3AD203B41FA5}">
                      <a16:colId xmlns:a16="http://schemas.microsoft.com/office/drawing/2014/main" val="2390602721"/>
                    </a:ext>
                  </a:extLst>
                </a:gridCol>
                <a:gridCol w="1094715">
                  <a:extLst>
                    <a:ext uri="{9D8B030D-6E8A-4147-A177-3AD203B41FA5}">
                      <a16:colId xmlns:a16="http://schemas.microsoft.com/office/drawing/2014/main" val="3629881893"/>
                    </a:ext>
                  </a:extLst>
                </a:gridCol>
                <a:gridCol w="1072359">
                  <a:extLst>
                    <a:ext uri="{9D8B030D-6E8A-4147-A177-3AD203B41FA5}">
                      <a16:colId xmlns:a16="http://schemas.microsoft.com/office/drawing/2014/main" val="4030987996"/>
                    </a:ext>
                  </a:extLst>
                </a:gridCol>
              </a:tblGrid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SampleName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Status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TimePoint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020157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SRR7657878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d11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31712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SRR7657881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d11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113906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SRR7657880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d11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64702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SRR7657874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d33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699860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SRR7657882</a:t>
                      </a:r>
                      <a:endParaRPr lang="en-GB" sz="160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d33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413600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SRR7657872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d33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241826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SRR7657877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d11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501443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SRR7657876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d11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008842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SRR7657879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d11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917437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SRR7657883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d33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406085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d33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927291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SRR7657875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Uninfected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d33</a:t>
                      </a:r>
                      <a:endParaRPr lang="en-GB" sz="1600" dirty="0">
                        <a:effectLst/>
                        <a:latin typeface="+mn-lt"/>
                      </a:endParaRPr>
                    </a:p>
                  </a:txBody>
                  <a:tcPr marL="5093" marR="5093" marT="5093" marB="509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150794"/>
                  </a:ext>
                </a:extLst>
              </a:tr>
            </a:tbl>
          </a:graphicData>
        </a:graphic>
      </p:graphicFrame>
      <p:sp>
        <p:nvSpPr>
          <p:cNvPr id="5" name="Google Shape;487;p35">
            <a:extLst>
              <a:ext uri="{FF2B5EF4-FFF2-40B4-BE49-F238E27FC236}">
                <a16:creationId xmlns:a16="http://schemas.microsoft.com/office/drawing/2014/main" id="{329D13AC-1B7A-F22A-4DC5-77F9D03EC6A0}"/>
              </a:ext>
            </a:extLst>
          </p:cNvPr>
          <p:cNvSpPr txBox="1"/>
          <p:nvPr/>
        </p:nvSpPr>
        <p:spPr>
          <a:xfrm>
            <a:off x="2062274" y="4373872"/>
            <a:ext cx="7081726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488;p35">
            <a:extLst>
              <a:ext uri="{FF2B5EF4-FFF2-40B4-BE49-F238E27FC236}">
                <a16:creationId xmlns:a16="http://schemas.microsoft.com/office/drawing/2014/main" id="{240956C7-736A-BF8C-82A1-55B6B1463EB4}"/>
              </a:ext>
            </a:extLst>
          </p:cNvPr>
          <p:cNvSpPr txBox="1"/>
          <p:nvPr/>
        </p:nvSpPr>
        <p:spPr>
          <a:xfrm>
            <a:off x="1078664" y="4300033"/>
            <a:ext cx="1514862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sz="2400"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01373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DBD4399F-FE45-4B18-D9D3-2C968AA5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A1281527-269D-DEFF-E7F3-B98BAD1322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74B02C-E409-6646-A669-A5235BE66B24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89" name="Google Shape;489;p35">
              <a:extLst>
                <a:ext uri="{FF2B5EF4-FFF2-40B4-BE49-F238E27FC236}">
                  <a16:creationId xmlns:a16="http://schemas.microsoft.com/office/drawing/2014/main" id="{9C105E51-C699-4052-1543-C2E81DFEA992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90" name="Google Shape;490;p35">
              <a:extLst>
                <a:ext uri="{FF2B5EF4-FFF2-40B4-BE49-F238E27FC236}">
                  <a16:creationId xmlns:a16="http://schemas.microsoft.com/office/drawing/2014/main" id="{D6CB1CBF-00C7-12BF-BEBB-C721F61246A4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>
              <a:extLst>
                <a:ext uri="{FF2B5EF4-FFF2-40B4-BE49-F238E27FC236}">
                  <a16:creationId xmlns:a16="http://schemas.microsoft.com/office/drawing/2014/main" id="{9ADC51C3-E652-EE41-784B-8EB364AAC2E5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93" name="Google Shape;493;p35">
              <a:extLst>
                <a:ext uri="{FF2B5EF4-FFF2-40B4-BE49-F238E27FC236}">
                  <a16:creationId xmlns:a16="http://schemas.microsoft.com/office/drawing/2014/main" id="{1267AF13-F731-53AB-C5A7-6960073220A9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94" name="Google Shape;494;p35">
              <a:extLst>
                <a:ext uri="{FF2B5EF4-FFF2-40B4-BE49-F238E27FC236}">
                  <a16:creationId xmlns:a16="http://schemas.microsoft.com/office/drawing/2014/main" id="{1F1BBEE1-DC8E-66D6-C7F9-F47F2D5F5590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95" name="Google Shape;495;p35">
              <a:extLst>
                <a:ext uri="{FF2B5EF4-FFF2-40B4-BE49-F238E27FC236}">
                  <a16:creationId xmlns:a16="http://schemas.microsoft.com/office/drawing/2014/main" id="{548F164C-74A8-F2FD-B1C7-A827EA96AC12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6" name="Google Shape;496;p35">
              <a:extLst>
                <a:ext uri="{FF2B5EF4-FFF2-40B4-BE49-F238E27FC236}">
                  <a16:creationId xmlns:a16="http://schemas.microsoft.com/office/drawing/2014/main" id="{B5DF9015-3718-69C1-2103-A7144DFCDCB0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97" name="Google Shape;497;p35">
              <a:extLst>
                <a:ext uri="{FF2B5EF4-FFF2-40B4-BE49-F238E27FC236}">
                  <a16:creationId xmlns:a16="http://schemas.microsoft.com/office/drawing/2014/main" id="{CF0FABF2-3AD2-F9EA-E7C7-3350DE1AB666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98" name="Google Shape;498;p35">
              <a:extLst>
                <a:ext uri="{FF2B5EF4-FFF2-40B4-BE49-F238E27FC236}">
                  <a16:creationId xmlns:a16="http://schemas.microsoft.com/office/drawing/2014/main" id="{4AF27C27-C1E7-7BBD-7AEC-A50012F46832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99" name="Google Shape;499;p35">
                <a:extLst>
                  <a:ext uri="{FF2B5EF4-FFF2-40B4-BE49-F238E27FC236}">
                    <a16:creationId xmlns:a16="http://schemas.microsoft.com/office/drawing/2014/main" id="{A5B59166-D6DB-1CB1-4E4C-68B4963EEA84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5">
                <a:extLst>
                  <a:ext uri="{FF2B5EF4-FFF2-40B4-BE49-F238E27FC236}">
                    <a16:creationId xmlns:a16="http://schemas.microsoft.com/office/drawing/2014/main" id="{EE65AA54-E127-BF2B-0183-D09B8BA79F3E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1" name="Google Shape;501;p35">
              <a:extLst>
                <a:ext uri="{FF2B5EF4-FFF2-40B4-BE49-F238E27FC236}">
                  <a16:creationId xmlns:a16="http://schemas.microsoft.com/office/drawing/2014/main" id="{81DF8BFE-F682-2C40-7282-BC1383B13ADA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502" name="Google Shape;502;p35">
                <a:extLst>
                  <a:ext uri="{FF2B5EF4-FFF2-40B4-BE49-F238E27FC236}">
                    <a16:creationId xmlns:a16="http://schemas.microsoft.com/office/drawing/2014/main" id="{ABC0DA93-C6E8-F406-3A28-1D02E3857D9B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5">
                <a:extLst>
                  <a:ext uri="{FF2B5EF4-FFF2-40B4-BE49-F238E27FC236}">
                    <a16:creationId xmlns:a16="http://schemas.microsoft.com/office/drawing/2014/main" id="{E2DEED05-B294-49A8-2D9E-C57DAE7CE8E4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4" name="Google Shape;504;p35">
              <a:extLst>
                <a:ext uri="{FF2B5EF4-FFF2-40B4-BE49-F238E27FC236}">
                  <a16:creationId xmlns:a16="http://schemas.microsoft.com/office/drawing/2014/main" id="{AA6AE7FF-0731-4CC3-1F25-03250462746A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5" name="Google Shape;505;p35">
              <a:extLst>
                <a:ext uri="{FF2B5EF4-FFF2-40B4-BE49-F238E27FC236}">
                  <a16:creationId xmlns:a16="http://schemas.microsoft.com/office/drawing/2014/main" id="{BAA77DF7-E024-BE6A-A766-6D824E246293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6" name="Google Shape;506;p35">
              <a:extLst>
                <a:ext uri="{FF2B5EF4-FFF2-40B4-BE49-F238E27FC236}">
                  <a16:creationId xmlns:a16="http://schemas.microsoft.com/office/drawing/2014/main" id="{6A2B8465-0AAB-DABB-80D0-C2C2F5BDCCC1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7" name="Google Shape;507;p35">
              <a:extLst>
                <a:ext uri="{FF2B5EF4-FFF2-40B4-BE49-F238E27FC236}">
                  <a16:creationId xmlns:a16="http://schemas.microsoft.com/office/drawing/2014/main" id="{9A46DD45-C81B-B9D4-A147-6839BC85D0DD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0" name="Google Shape;510;p35">
              <a:extLst>
                <a:ext uri="{FF2B5EF4-FFF2-40B4-BE49-F238E27FC236}">
                  <a16:creationId xmlns:a16="http://schemas.microsoft.com/office/drawing/2014/main" id="{5B97F5F9-2727-FD08-38AF-5D167F178F6E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5">
              <a:extLst>
                <a:ext uri="{FF2B5EF4-FFF2-40B4-BE49-F238E27FC236}">
                  <a16:creationId xmlns:a16="http://schemas.microsoft.com/office/drawing/2014/main" id="{4E54365A-2565-712A-3CE5-D310988586B7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512" name="Google Shape;512;p35">
                <a:extLst>
                  <a:ext uri="{FF2B5EF4-FFF2-40B4-BE49-F238E27FC236}">
                    <a16:creationId xmlns:a16="http://schemas.microsoft.com/office/drawing/2014/main" id="{8A38B37A-6462-5603-C0D9-72413241A83E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5">
                <a:extLst>
                  <a:ext uri="{FF2B5EF4-FFF2-40B4-BE49-F238E27FC236}">
                    <a16:creationId xmlns:a16="http://schemas.microsoft.com/office/drawing/2014/main" id="{756717D2-BC56-F12B-7B47-AEE26A7BB74F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4" name="Google Shape;514;p35">
              <a:extLst>
                <a:ext uri="{FF2B5EF4-FFF2-40B4-BE49-F238E27FC236}">
                  <a16:creationId xmlns:a16="http://schemas.microsoft.com/office/drawing/2014/main" id="{A1F7EC47-2110-46E2-E235-11E377E56EE8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35">
              <a:extLst>
                <a:ext uri="{FF2B5EF4-FFF2-40B4-BE49-F238E27FC236}">
                  <a16:creationId xmlns:a16="http://schemas.microsoft.com/office/drawing/2014/main" id="{756AB7AC-4B96-AB1F-81F7-DD6448B272D0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35">
              <a:extLst>
                <a:ext uri="{FF2B5EF4-FFF2-40B4-BE49-F238E27FC236}">
                  <a16:creationId xmlns:a16="http://schemas.microsoft.com/office/drawing/2014/main" id="{618EB965-1864-F286-946D-D56C4B349063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7" name="Google Shape;517;p35">
              <a:extLst>
                <a:ext uri="{FF2B5EF4-FFF2-40B4-BE49-F238E27FC236}">
                  <a16:creationId xmlns:a16="http://schemas.microsoft.com/office/drawing/2014/main" id="{CE63C581-C9DB-F820-2732-58312E2E27EE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13" name="Google Shape;497;p35">
              <a:extLst>
                <a:ext uri="{FF2B5EF4-FFF2-40B4-BE49-F238E27FC236}">
                  <a16:creationId xmlns:a16="http://schemas.microsoft.com/office/drawing/2014/main" id="{187C4F47-93AB-2D9B-572D-0396E1A6FE85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14" name="Google Shape;507;p35">
              <a:extLst>
                <a:ext uri="{FF2B5EF4-FFF2-40B4-BE49-F238E27FC236}">
                  <a16:creationId xmlns:a16="http://schemas.microsoft.com/office/drawing/2014/main" id="{1B0CD5DE-B7A1-1A53-C898-8367EB2C83CC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33AE6C17-BBCC-13AB-56C2-26CC830AEE31}"/>
              </a:ext>
            </a:extLst>
          </p:cNvPr>
          <p:cNvSpPr txBox="1"/>
          <p:nvPr/>
        </p:nvSpPr>
        <p:spPr>
          <a:xfrm>
            <a:off x="3415421" y="1016586"/>
            <a:ext cx="4362902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Model: 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lvl="0" indent="45720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Y =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b="1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  <a:r>
              <a:rPr lang="en-GB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d33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b="1" dirty="0" err="1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r>
              <a:rPr lang="en-GB" b="1" baseline="-25000" dirty="0" err="1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Inf</a:t>
            </a:r>
            <a:r>
              <a:rPr lang="en-GB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b="1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  <a:r>
              <a:rPr lang="en-GB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d33 </a:t>
            </a:r>
            <a:r>
              <a:rPr lang="en-GB" b="1" dirty="0" err="1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r>
              <a:rPr lang="en-GB" b="1" baseline="-25000" dirty="0" err="1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Inf</a:t>
            </a:r>
            <a:r>
              <a:rPr lang="en-GB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 𝞊</a:t>
            </a:r>
            <a:endParaRPr b="1" baseline="-25000" dirty="0">
              <a:solidFill>
                <a:srgbClr val="A64D79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9F1F085D-7282-F4E9-A5DD-78C987FB44F8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A82BEDAC-9320-A51C-D16B-E168F95BDF58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5DEF1076-D50F-C0ED-ECC6-049FD28D830B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5341A47E-0D7A-F3DA-EBFF-5649706D8255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" name="Google Shape;210;p25">
            <a:extLst>
              <a:ext uri="{FF2B5EF4-FFF2-40B4-BE49-F238E27FC236}">
                <a16:creationId xmlns:a16="http://schemas.microsoft.com/office/drawing/2014/main" id="{EC6459E3-B27B-D7FA-A0A2-858631A20494}"/>
              </a:ext>
            </a:extLst>
          </p:cNvPr>
          <p:cNvSpPr txBox="1"/>
          <p:nvPr/>
        </p:nvSpPr>
        <p:spPr>
          <a:xfrm>
            <a:off x="3297394" y="1891843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 Expression in uninfected mice at day 11</a:t>
            </a:r>
            <a:endParaRPr lang="en-GB" sz="1600"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" name="Google Shape;210;p25">
            <a:extLst>
              <a:ext uri="{FF2B5EF4-FFF2-40B4-BE49-F238E27FC236}">
                <a16:creationId xmlns:a16="http://schemas.microsoft.com/office/drawing/2014/main" id="{AF523DC4-B7F5-8D2A-6AA6-93DDE267B270}"/>
              </a:ext>
            </a:extLst>
          </p:cNvPr>
          <p:cNvSpPr txBox="1"/>
          <p:nvPr/>
        </p:nvSpPr>
        <p:spPr>
          <a:xfrm>
            <a:off x="3297394" y="2394488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 Effect of moving to day 33</a:t>
            </a:r>
            <a:endParaRPr lang="en-GB" sz="1600"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" name="Google Shape;210;p25">
            <a:extLst>
              <a:ext uri="{FF2B5EF4-FFF2-40B4-BE49-F238E27FC236}">
                <a16:creationId xmlns:a16="http://schemas.microsoft.com/office/drawing/2014/main" id="{5976F4B5-E1C7-5642-D2D6-1546B662AD49}"/>
              </a:ext>
            </a:extLst>
          </p:cNvPr>
          <p:cNvSpPr txBox="1"/>
          <p:nvPr/>
        </p:nvSpPr>
        <p:spPr>
          <a:xfrm>
            <a:off x="3297394" y="2877902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 Effect of being infected</a:t>
            </a:r>
            <a:endParaRPr lang="en-GB" sz="1600"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FA1FF138-2676-2644-AAA7-942674B0A9B0}"/>
              </a:ext>
            </a:extLst>
          </p:cNvPr>
          <p:cNvSpPr txBox="1"/>
          <p:nvPr/>
        </p:nvSpPr>
        <p:spPr>
          <a:xfrm>
            <a:off x="3297395" y="3380547"/>
            <a:ext cx="5846592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 Additional change due to interaction of time and infection</a:t>
            </a:r>
            <a:endParaRPr lang="en-GB" sz="1600"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" name="Google Shape;487;p35">
            <a:extLst>
              <a:ext uri="{FF2B5EF4-FFF2-40B4-BE49-F238E27FC236}">
                <a16:creationId xmlns:a16="http://schemas.microsoft.com/office/drawing/2014/main" id="{42A54829-732B-362C-826C-CA9F58C5AACD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" name="Google Shape;488;p35">
            <a:extLst>
              <a:ext uri="{FF2B5EF4-FFF2-40B4-BE49-F238E27FC236}">
                <a16:creationId xmlns:a16="http://schemas.microsoft.com/office/drawing/2014/main" id="{C4CFAB67-6A3A-5D80-CE82-3229858B1947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63269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D62636A8-793B-115A-7F9A-0C9110D5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D033EBD3-78A2-F356-51AD-28C16366B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E79E3EF5-93A2-0CE3-6FE8-A8A890F08971}"/>
              </a:ext>
            </a:extLst>
          </p:cNvPr>
          <p:cNvSpPr txBox="1"/>
          <p:nvPr/>
        </p:nvSpPr>
        <p:spPr>
          <a:xfrm>
            <a:off x="3192784" y="1445464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Coefficient names in DESeq2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D1314BA3-4F8E-20A8-EE25-CBC6B135F4B3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136B5124-F37F-6959-E3A8-104ED639E5BA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1FAA9144-64DF-FE4E-63CE-82A8396288FD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E79C6646-4C9F-0B00-2367-F26710F46498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" name="Google Shape;210;p25">
            <a:extLst>
              <a:ext uri="{FF2B5EF4-FFF2-40B4-BE49-F238E27FC236}">
                <a16:creationId xmlns:a16="http://schemas.microsoft.com/office/drawing/2014/main" id="{668620A5-5AD4-CE61-10C0-AFC5B1C3E910}"/>
              </a:ext>
            </a:extLst>
          </p:cNvPr>
          <p:cNvSpPr txBox="1"/>
          <p:nvPr/>
        </p:nvSpPr>
        <p:spPr>
          <a:xfrm>
            <a:off x="3297394" y="1900373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Intercept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" name="Google Shape;210;p25">
            <a:extLst>
              <a:ext uri="{FF2B5EF4-FFF2-40B4-BE49-F238E27FC236}">
                <a16:creationId xmlns:a16="http://schemas.microsoft.com/office/drawing/2014/main" id="{5C09B5A7-96E0-8B20-234C-393F5E4E90B1}"/>
              </a:ext>
            </a:extLst>
          </p:cNvPr>
          <p:cNvSpPr txBox="1"/>
          <p:nvPr/>
        </p:nvSpPr>
        <p:spPr>
          <a:xfrm>
            <a:off x="3297394" y="2403018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TimePoint_d33_vs_d11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" name="Google Shape;210;p25">
            <a:extLst>
              <a:ext uri="{FF2B5EF4-FFF2-40B4-BE49-F238E27FC236}">
                <a16:creationId xmlns:a16="http://schemas.microsoft.com/office/drawing/2014/main" id="{B21D332E-6B05-B9AD-F181-C8CEB5457D2A}"/>
              </a:ext>
            </a:extLst>
          </p:cNvPr>
          <p:cNvSpPr txBox="1"/>
          <p:nvPr/>
        </p:nvSpPr>
        <p:spPr>
          <a:xfrm>
            <a:off x="3297394" y="2886432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 : </a:t>
            </a:r>
            <a:r>
              <a:rPr lang="en-GB" sz="1600" i="1" dirty="0" err="1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Status_Infected_vs_Uninfected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BB38D324-BFF3-7F99-AD9D-CEB8B1408375}"/>
              </a:ext>
            </a:extLst>
          </p:cNvPr>
          <p:cNvSpPr txBox="1"/>
          <p:nvPr/>
        </p:nvSpPr>
        <p:spPr>
          <a:xfrm>
            <a:off x="3297395" y="3389077"/>
            <a:ext cx="5846592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TimePointd33.StatusInfected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E761533-771E-71EA-7B81-463DE5F14E1D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2" name="Google Shape;489;p35">
              <a:extLst>
                <a:ext uri="{FF2B5EF4-FFF2-40B4-BE49-F238E27FC236}">
                  <a16:creationId xmlns:a16="http://schemas.microsoft.com/office/drawing/2014/main" id="{03D4A348-6C85-EC05-9622-CDB5AEA815F9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3" name="Google Shape;490;p35">
              <a:extLst>
                <a:ext uri="{FF2B5EF4-FFF2-40B4-BE49-F238E27FC236}">
                  <a16:creationId xmlns:a16="http://schemas.microsoft.com/office/drawing/2014/main" id="{7B87F320-8363-3011-2C4D-0B01CAC6948E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92;p35">
              <a:extLst>
                <a:ext uri="{FF2B5EF4-FFF2-40B4-BE49-F238E27FC236}">
                  <a16:creationId xmlns:a16="http://schemas.microsoft.com/office/drawing/2014/main" id="{FA29D288-D3AC-C16C-E58B-B52A7424CD88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5" name="Google Shape;493;p35">
              <a:extLst>
                <a:ext uri="{FF2B5EF4-FFF2-40B4-BE49-F238E27FC236}">
                  <a16:creationId xmlns:a16="http://schemas.microsoft.com/office/drawing/2014/main" id="{BB804228-4D1D-A660-D10B-7E3D0EF1FED3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6" name="Google Shape;494;p35">
              <a:extLst>
                <a:ext uri="{FF2B5EF4-FFF2-40B4-BE49-F238E27FC236}">
                  <a16:creationId xmlns:a16="http://schemas.microsoft.com/office/drawing/2014/main" id="{8AF2DF99-34FB-6587-72BD-F0586212FBA4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7" name="Google Shape;495;p35">
              <a:extLst>
                <a:ext uri="{FF2B5EF4-FFF2-40B4-BE49-F238E27FC236}">
                  <a16:creationId xmlns:a16="http://schemas.microsoft.com/office/drawing/2014/main" id="{2310DB1B-7E2A-FC91-D420-ADD3BC3243E8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8" name="Google Shape;496;p35">
              <a:extLst>
                <a:ext uri="{FF2B5EF4-FFF2-40B4-BE49-F238E27FC236}">
                  <a16:creationId xmlns:a16="http://schemas.microsoft.com/office/drawing/2014/main" id="{B850A54A-FAA1-2C4B-F64E-E7551CEFDE89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9" name="Google Shape;497;p35">
              <a:extLst>
                <a:ext uri="{FF2B5EF4-FFF2-40B4-BE49-F238E27FC236}">
                  <a16:creationId xmlns:a16="http://schemas.microsoft.com/office/drawing/2014/main" id="{37249041-CBD1-300C-A543-29A18449A06D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50" name="Google Shape;498;p35">
              <a:extLst>
                <a:ext uri="{FF2B5EF4-FFF2-40B4-BE49-F238E27FC236}">
                  <a16:creationId xmlns:a16="http://schemas.microsoft.com/office/drawing/2014/main" id="{C5273047-FC5E-464C-1072-D2220B343271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2" name="Google Shape;499;p35">
                <a:extLst>
                  <a:ext uri="{FF2B5EF4-FFF2-40B4-BE49-F238E27FC236}">
                    <a16:creationId xmlns:a16="http://schemas.microsoft.com/office/drawing/2014/main" id="{D5B80B81-B1AC-BBE1-279C-F8D3285C5868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500;p35">
                <a:extLst>
                  <a:ext uri="{FF2B5EF4-FFF2-40B4-BE49-F238E27FC236}">
                    <a16:creationId xmlns:a16="http://schemas.microsoft.com/office/drawing/2014/main" id="{D7F6D72A-19F9-0553-97E3-362ACBDE6393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" name="Google Shape;501;p35">
              <a:extLst>
                <a:ext uri="{FF2B5EF4-FFF2-40B4-BE49-F238E27FC236}">
                  <a16:creationId xmlns:a16="http://schemas.microsoft.com/office/drawing/2014/main" id="{C1136A02-9DFC-28F6-9471-B2CF793F91C4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50" name="Google Shape;502;p35">
                <a:extLst>
                  <a:ext uri="{FF2B5EF4-FFF2-40B4-BE49-F238E27FC236}">
                    <a16:creationId xmlns:a16="http://schemas.microsoft.com/office/drawing/2014/main" id="{02E0E8EB-7142-8CA8-15CD-434ECEAADBB6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503;p35">
                <a:extLst>
                  <a:ext uri="{FF2B5EF4-FFF2-40B4-BE49-F238E27FC236}">
                    <a16:creationId xmlns:a16="http://schemas.microsoft.com/office/drawing/2014/main" id="{7A71BA28-99EC-8F6C-128E-1FBF6DD8BD66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2" name="Google Shape;504;p35">
              <a:extLst>
                <a:ext uri="{FF2B5EF4-FFF2-40B4-BE49-F238E27FC236}">
                  <a16:creationId xmlns:a16="http://schemas.microsoft.com/office/drawing/2014/main" id="{B1E1EA3A-1999-A57E-A21A-77B0EAF2EDA1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505;p35">
              <a:extLst>
                <a:ext uri="{FF2B5EF4-FFF2-40B4-BE49-F238E27FC236}">
                  <a16:creationId xmlns:a16="http://schemas.microsoft.com/office/drawing/2014/main" id="{4EF76939-BDBF-A169-9BC9-CD5CB06178C7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Google Shape;506;p35">
              <a:extLst>
                <a:ext uri="{FF2B5EF4-FFF2-40B4-BE49-F238E27FC236}">
                  <a16:creationId xmlns:a16="http://schemas.microsoft.com/office/drawing/2014/main" id="{40785C91-7465-2FA4-DF3D-4EA59517ACA0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" name="Google Shape;507;p35">
              <a:extLst>
                <a:ext uri="{FF2B5EF4-FFF2-40B4-BE49-F238E27FC236}">
                  <a16:creationId xmlns:a16="http://schemas.microsoft.com/office/drawing/2014/main" id="{7D00A561-7D9D-39B6-D659-166DB17CBC96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6" name="Google Shape;510;p35">
              <a:extLst>
                <a:ext uri="{FF2B5EF4-FFF2-40B4-BE49-F238E27FC236}">
                  <a16:creationId xmlns:a16="http://schemas.microsoft.com/office/drawing/2014/main" id="{706E67E8-F9AF-B457-723D-14CCC3E1E20D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" name="Google Shape;511;p35">
              <a:extLst>
                <a:ext uri="{FF2B5EF4-FFF2-40B4-BE49-F238E27FC236}">
                  <a16:creationId xmlns:a16="http://schemas.microsoft.com/office/drawing/2014/main" id="{232AEFAA-DD58-002D-3DFC-F397A2D4F7B1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448" name="Google Shape;512;p35">
                <a:extLst>
                  <a:ext uri="{FF2B5EF4-FFF2-40B4-BE49-F238E27FC236}">
                    <a16:creationId xmlns:a16="http://schemas.microsoft.com/office/drawing/2014/main" id="{7467E117-6DD8-15D8-F25A-4B6A8C265FC9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513;p35">
                <a:extLst>
                  <a:ext uri="{FF2B5EF4-FFF2-40B4-BE49-F238E27FC236}">
                    <a16:creationId xmlns:a16="http://schemas.microsoft.com/office/drawing/2014/main" id="{76B5EF2D-B7AD-70F5-55D0-F6F1A8E8DD5B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8" name="Google Shape;514;p35">
              <a:extLst>
                <a:ext uri="{FF2B5EF4-FFF2-40B4-BE49-F238E27FC236}">
                  <a16:creationId xmlns:a16="http://schemas.microsoft.com/office/drawing/2014/main" id="{AF4E7F19-3EDB-83A6-CEBE-EAEB837058BE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15;p35">
              <a:extLst>
                <a:ext uri="{FF2B5EF4-FFF2-40B4-BE49-F238E27FC236}">
                  <a16:creationId xmlns:a16="http://schemas.microsoft.com/office/drawing/2014/main" id="{6F111FE7-1D07-ECBB-D26A-1486ED1D1D31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516;p35">
              <a:extLst>
                <a:ext uri="{FF2B5EF4-FFF2-40B4-BE49-F238E27FC236}">
                  <a16:creationId xmlns:a16="http://schemas.microsoft.com/office/drawing/2014/main" id="{A44BC2CD-89F6-4CDD-2327-920EEB0543EA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517;p35">
              <a:extLst>
                <a:ext uri="{FF2B5EF4-FFF2-40B4-BE49-F238E27FC236}">
                  <a16:creationId xmlns:a16="http://schemas.microsoft.com/office/drawing/2014/main" id="{CE4D5F71-57C6-09C6-1853-8194F07EC3A1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62" name="Google Shape;497;p35">
              <a:extLst>
                <a:ext uri="{FF2B5EF4-FFF2-40B4-BE49-F238E27FC236}">
                  <a16:creationId xmlns:a16="http://schemas.microsoft.com/office/drawing/2014/main" id="{95478E2E-5F1F-4961-23BE-9528EF5A3DCF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3" name="Google Shape;507;p35">
              <a:extLst>
                <a:ext uri="{FF2B5EF4-FFF2-40B4-BE49-F238E27FC236}">
                  <a16:creationId xmlns:a16="http://schemas.microsoft.com/office/drawing/2014/main" id="{B937DD4E-A42C-9989-A77E-E1D6503107B0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4" name="Google Shape;487;p35">
            <a:extLst>
              <a:ext uri="{FF2B5EF4-FFF2-40B4-BE49-F238E27FC236}">
                <a16:creationId xmlns:a16="http://schemas.microsoft.com/office/drawing/2014/main" id="{05BFFC19-BE0E-A12D-D113-5FD0F9DF2B9E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5" name="Google Shape;488;p35">
            <a:extLst>
              <a:ext uri="{FF2B5EF4-FFF2-40B4-BE49-F238E27FC236}">
                <a16:creationId xmlns:a16="http://schemas.microsoft.com/office/drawing/2014/main" id="{7CE6546E-8CE0-1F81-2D69-439DAF566775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0170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DDA62C19-D230-6968-638F-0CAD4B74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2F32B6CC-ADE1-5942-1DAF-8655B36C34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E793CEDD-488E-1C9E-AEBE-5DA3AFFB4E23}"/>
              </a:ext>
            </a:extLst>
          </p:cNvPr>
          <p:cNvSpPr txBox="1"/>
          <p:nvPr/>
        </p:nvSpPr>
        <p:spPr>
          <a:xfrm>
            <a:off x="3192784" y="1445464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Coefficient names in DESeq2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BF6D22C2-8A1A-A50D-DA11-BC88B5E3AD35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7E9506FA-6B95-6B7A-1FEB-F3229E22E3F1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0314A64A-D958-D709-1363-8692D51F51E6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074EF098-AA72-E497-5B63-8D81134E5C08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" name="Google Shape;210;p25">
            <a:extLst>
              <a:ext uri="{FF2B5EF4-FFF2-40B4-BE49-F238E27FC236}">
                <a16:creationId xmlns:a16="http://schemas.microsoft.com/office/drawing/2014/main" id="{29574B94-B119-14D2-E730-BBEA68B578B0}"/>
              </a:ext>
            </a:extLst>
          </p:cNvPr>
          <p:cNvSpPr txBox="1"/>
          <p:nvPr/>
        </p:nvSpPr>
        <p:spPr>
          <a:xfrm>
            <a:off x="3297394" y="1900373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Intercept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" name="Google Shape;210;p25">
            <a:extLst>
              <a:ext uri="{FF2B5EF4-FFF2-40B4-BE49-F238E27FC236}">
                <a16:creationId xmlns:a16="http://schemas.microsoft.com/office/drawing/2014/main" id="{91935FB4-ED7A-E9E8-D257-B3A99BD06EA9}"/>
              </a:ext>
            </a:extLst>
          </p:cNvPr>
          <p:cNvSpPr txBox="1"/>
          <p:nvPr/>
        </p:nvSpPr>
        <p:spPr>
          <a:xfrm>
            <a:off x="3297394" y="2403018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TimePoint_d33_vs_d11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" name="Google Shape;210;p25">
            <a:extLst>
              <a:ext uri="{FF2B5EF4-FFF2-40B4-BE49-F238E27FC236}">
                <a16:creationId xmlns:a16="http://schemas.microsoft.com/office/drawing/2014/main" id="{788B4574-59BB-8599-3534-C9BFCB00D5C9}"/>
              </a:ext>
            </a:extLst>
          </p:cNvPr>
          <p:cNvSpPr txBox="1"/>
          <p:nvPr/>
        </p:nvSpPr>
        <p:spPr>
          <a:xfrm>
            <a:off x="3297394" y="2886432"/>
            <a:ext cx="449670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 : </a:t>
            </a:r>
            <a:r>
              <a:rPr lang="en-GB" sz="1600" i="1" dirty="0" err="1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Status_Infected_vs_Uninfected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0B2C6BC0-03CF-859D-38A7-A02CEBAFB07A}"/>
              </a:ext>
            </a:extLst>
          </p:cNvPr>
          <p:cNvSpPr txBox="1"/>
          <p:nvPr/>
        </p:nvSpPr>
        <p:spPr>
          <a:xfrm>
            <a:off x="3297395" y="3389077"/>
            <a:ext cx="5846592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TimePointd33.StatusInfected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5CE1D2-5BE9-1DC6-E944-358C855D180D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2" name="Google Shape;489;p35">
              <a:extLst>
                <a:ext uri="{FF2B5EF4-FFF2-40B4-BE49-F238E27FC236}">
                  <a16:creationId xmlns:a16="http://schemas.microsoft.com/office/drawing/2014/main" id="{B84E14B2-0A84-3D9C-B662-6B849C9E87F1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3" name="Google Shape;490;p35">
              <a:extLst>
                <a:ext uri="{FF2B5EF4-FFF2-40B4-BE49-F238E27FC236}">
                  <a16:creationId xmlns:a16="http://schemas.microsoft.com/office/drawing/2014/main" id="{7FB6D6A1-C206-0BA6-B11B-E8BC8F35950E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92;p35">
              <a:extLst>
                <a:ext uri="{FF2B5EF4-FFF2-40B4-BE49-F238E27FC236}">
                  <a16:creationId xmlns:a16="http://schemas.microsoft.com/office/drawing/2014/main" id="{096ED898-621C-C234-2359-D4D47C4F3733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5" name="Google Shape;493;p35">
              <a:extLst>
                <a:ext uri="{FF2B5EF4-FFF2-40B4-BE49-F238E27FC236}">
                  <a16:creationId xmlns:a16="http://schemas.microsoft.com/office/drawing/2014/main" id="{A2E260AA-FA06-0045-2219-A87538C3AAA1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6" name="Google Shape;494;p35">
              <a:extLst>
                <a:ext uri="{FF2B5EF4-FFF2-40B4-BE49-F238E27FC236}">
                  <a16:creationId xmlns:a16="http://schemas.microsoft.com/office/drawing/2014/main" id="{8FF519FD-0572-A825-86D4-E9C501DC2424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7" name="Google Shape;495;p35">
              <a:extLst>
                <a:ext uri="{FF2B5EF4-FFF2-40B4-BE49-F238E27FC236}">
                  <a16:creationId xmlns:a16="http://schemas.microsoft.com/office/drawing/2014/main" id="{A88C6B20-151A-9311-F81C-0F0D09F268BE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8" name="Google Shape;496;p35">
              <a:extLst>
                <a:ext uri="{FF2B5EF4-FFF2-40B4-BE49-F238E27FC236}">
                  <a16:creationId xmlns:a16="http://schemas.microsoft.com/office/drawing/2014/main" id="{F16517DA-8941-A7AC-3F57-FE86E492D0F7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9" name="Google Shape;497;p35">
              <a:extLst>
                <a:ext uri="{FF2B5EF4-FFF2-40B4-BE49-F238E27FC236}">
                  <a16:creationId xmlns:a16="http://schemas.microsoft.com/office/drawing/2014/main" id="{F8722E03-65CA-175C-FCAB-24FF41842CE1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50" name="Google Shape;498;p35">
              <a:extLst>
                <a:ext uri="{FF2B5EF4-FFF2-40B4-BE49-F238E27FC236}">
                  <a16:creationId xmlns:a16="http://schemas.microsoft.com/office/drawing/2014/main" id="{E929ED09-1D54-7657-A1B7-390734AA41C7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2" name="Google Shape;499;p35">
                <a:extLst>
                  <a:ext uri="{FF2B5EF4-FFF2-40B4-BE49-F238E27FC236}">
                    <a16:creationId xmlns:a16="http://schemas.microsoft.com/office/drawing/2014/main" id="{A9AC12F1-E582-5317-5293-FCEC9E252084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500;p35">
                <a:extLst>
                  <a:ext uri="{FF2B5EF4-FFF2-40B4-BE49-F238E27FC236}">
                    <a16:creationId xmlns:a16="http://schemas.microsoft.com/office/drawing/2014/main" id="{6AF3A16E-52B5-F1A9-DAAE-1842CF428DA3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" name="Google Shape;501;p35">
              <a:extLst>
                <a:ext uri="{FF2B5EF4-FFF2-40B4-BE49-F238E27FC236}">
                  <a16:creationId xmlns:a16="http://schemas.microsoft.com/office/drawing/2014/main" id="{7514F71E-4D71-C524-EB60-20D7AC6C4A4D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50" name="Google Shape;502;p35">
                <a:extLst>
                  <a:ext uri="{FF2B5EF4-FFF2-40B4-BE49-F238E27FC236}">
                    <a16:creationId xmlns:a16="http://schemas.microsoft.com/office/drawing/2014/main" id="{5FA14DCB-75A1-BB86-27AC-F30663657E38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503;p35">
                <a:extLst>
                  <a:ext uri="{FF2B5EF4-FFF2-40B4-BE49-F238E27FC236}">
                    <a16:creationId xmlns:a16="http://schemas.microsoft.com/office/drawing/2014/main" id="{E1957E64-BC50-CE2A-FC33-0410042E4319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2" name="Google Shape;504;p35">
              <a:extLst>
                <a:ext uri="{FF2B5EF4-FFF2-40B4-BE49-F238E27FC236}">
                  <a16:creationId xmlns:a16="http://schemas.microsoft.com/office/drawing/2014/main" id="{D2533E97-544B-0AAF-37BE-B6A8E1085B59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505;p35">
              <a:extLst>
                <a:ext uri="{FF2B5EF4-FFF2-40B4-BE49-F238E27FC236}">
                  <a16:creationId xmlns:a16="http://schemas.microsoft.com/office/drawing/2014/main" id="{C25F1928-0399-2073-D732-2A9506555158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Google Shape;506;p35">
              <a:extLst>
                <a:ext uri="{FF2B5EF4-FFF2-40B4-BE49-F238E27FC236}">
                  <a16:creationId xmlns:a16="http://schemas.microsoft.com/office/drawing/2014/main" id="{C62B3FDA-0296-6047-3321-9F852C23623E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" name="Google Shape;507;p35">
              <a:extLst>
                <a:ext uri="{FF2B5EF4-FFF2-40B4-BE49-F238E27FC236}">
                  <a16:creationId xmlns:a16="http://schemas.microsoft.com/office/drawing/2014/main" id="{03E06229-20D7-FF94-9D05-FF247D93892D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6" name="Google Shape;510;p35">
              <a:extLst>
                <a:ext uri="{FF2B5EF4-FFF2-40B4-BE49-F238E27FC236}">
                  <a16:creationId xmlns:a16="http://schemas.microsoft.com/office/drawing/2014/main" id="{373456A5-0AA4-AF8C-62BA-206575258B8F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" name="Google Shape;511;p35">
              <a:extLst>
                <a:ext uri="{FF2B5EF4-FFF2-40B4-BE49-F238E27FC236}">
                  <a16:creationId xmlns:a16="http://schemas.microsoft.com/office/drawing/2014/main" id="{C72E1E7F-52F3-D590-30EC-9509F0F0C085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448" name="Google Shape;512;p35">
                <a:extLst>
                  <a:ext uri="{FF2B5EF4-FFF2-40B4-BE49-F238E27FC236}">
                    <a16:creationId xmlns:a16="http://schemas.microsoft.com/office/drawing/2014/main" id="{591A9EDF-7D02-5A2B-E696-D334462BF52C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513;p35">
                <a:extLst>
                  <a:ext uri="{FF2B5EF4-FFF2-40B4-BE49-F238E27FC236}">
                    <a16:creationId xmlns:a16="http://schemas.microsoft.com/office/drawing/2014/main" id="{2C3BE298-CE00-30F1-D202-44A784AD587B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8" name="Google Shape;514;p35">
              <a:extLst>
                <a:ext uri="{FF2B5EF4-FFF2-40B4-BE49-F238E27FC236}">
                  <a16:creationId xmlns:a16="http://schemas.microsoft.com/office/drawing/2014/main" id="{242A7350-D475-500B-1D4E-1CEA8E601DC6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15;p35">
              <a:extLst>
                <a:ext uri="{FF2B5EF4-FFF2-40B4-BE49-F238E27FC236}">
                  <a16:creationId xmlns:a16="http://schemas.microsoft.com/office/drawing/2014/main" id="{02BC92BD-AEAB-1529-BEFF-F7DEB00BE9F4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516;p35">
              <a:extLst>
                <a:ext uri="{FF2B5EF4-FFF2-40B4-BE49-F238E27FC236}">
                  <a16:creationId xmlns:a16="http://schemas.microsoft.com/office/drawing/2014/main" id="{CC3B6EEE-8CB9-1C1C-0104-55D579481D08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517;p35">
              <a:extLst>
                <a:ext uri="{FF2B5EF4-FFF2-40B4-BE49-F238E27FC236}">
                  <a16:creationId xmlns:a16="http://schemas.microsoft.com/office/drawing/2014/main" id="{3AC3CC56-0B66-2BB4-67D8-76D6FC90B4F7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62" name="Google Shape;497;p35">
              <a:extLst>
                <a:ext uri="{FF2B5EF4-FFF2-40B4-BE49-F238E27FC236}">
                  <a16:creationId xmlns:a16="http://schemas.microsoft.com/office/drawing/2014/main" id="{B504204F-A937-0888-3BF1-7E031543A943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3" name="Google Shape;507;p35">
              <a:extLst>
                <a:ext uri="{FF2B5EF4-FFF2-40B4-BE49-F238E27FC236}">
                  <a16:creationId xmlns:a16="http://schemas.microsoft.com/office/drawing/2014/main" id="{7674CF5D-F59C-F7F5-F153-5BEC261A50CA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4" name="Google Shape;487;p35">
            <a:extLst>
              <a:ext uri="{FF2B5EF4-FFF2-40B4-BE49-F238E27FC236}">
                <a16:creationId xmlns:a16="http://schemas.microsoft.com/office/drawing/2014/main" id="{D946FD9B-384F-1FB9-860B-640230CFDD76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5" name="Google Shape;488;p35">
            <a:extLst>
              <a:ext uri="{FF2B5EF4-FFF2-40B4-BE49-F238E27FC236}">
                <a16:creationId xmlns:a16="http://schemas.microsoft.com/office/drawing/2014/main" id="{1E8CEC92-EF3D-D8E1-170F-2C02B91D9971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BBA34-64DF-D1B0-B9FC-65166B665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885" y="3788737"/>
            <a:ext cx="5498992" cy="12011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8D295C-57C4-C46F-D1D1-D0B2EE237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29" y="3788737"/>
            <a:ext cx="5498992" cy="12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87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6F55D6E1-236A-8D56-710C-90CF7360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E88CC8E5-925C-9BD2-FC81-87DACE920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B33A62A2-E989-D4E8-7879-0970A6DC0585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d33 vs d11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Uninfected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A93F88DD-205E-7543-3417-FD363344FD0D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155F616F-2C41-D7C4-8258-EE95EB3BC5D1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EC23B0C6-A2F5-1748-87CC-2A9966C799C2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E4A8EB7B-85AD-55AF-B830-CB2475DA1FB8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97E2C87D-1B63-E5F2-582D-984FC4F0D02E}"/>
              </a:ext>
            </a:extLst>
          </p:cNvPr>
          <p:cNvSpPr txBox="1"/>
          <p:nvPr/>
        </p:nvSpPr>
        <p:spPr>
          <a:xfrm>
            <a:off x="3192784" y="1748950"/>
            <a:ext cx="5846592" cy="150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7882F01-77A5-5FA2-0CD1-9E19B76D241B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7" name="Google Shape;489;p35">
              <a:extLst>
                <a:ext uri="{FF2B5EF4-FFF2-40B4-BE49-F238E27FC236}">
                  <a16:creationId xmlns:a16="http://schemas.microsoft.com/office/drawing/2014/main" id="{26AE20E3-312A-4DE1-99F0-99184694C255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8" name="Google Shape;490;p35">
              <a:extLst>
                <a:ext uri="{FF2B5EF4-FFF2-40B4-BE49-F238E27FC236}">
                  <a16:creationId xmlns:a16="http://schemas.microsoft.com/office/drawing/2014/main" id="{9F3B89F3-4856-F92D-E11B-21CEDD17D910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2;p35">
              <a:extLst>
                <a:ext uri="{FF2B5EF4-FFF2-40B4-BE49-F238E27FC236}">
                  <a16:creationId xmlns:a16="http://schemas.microsoft.com/office/drawing/2014/main" id="{567D6472-4089-E9DE-6488-4E0389480009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50" name="Google Shape;493;p35">
              <a:extLst>
                <a:ext uri="{FF2B5EF4-FFF2-40B4-BE49-F238E27FC236}">
                  <a16:creationId xmlns:a16="http://schemas.microsoft.com/office/drawing/2014/main" id="{173AB93D-7B19-6CBA-964C-049BC493F95A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1" name="Google Shape;494;p35">
              <a:extLst>
                <a:ext uri="{FF2B5EF4-FFF2-40B4-BE49-F238E27FC236}">
                  <a16:creationId xmlns:a16="http://schemas.microsoft.com/office/drawing/2014/main" id="{A46514F4-DD17-4D22-334C-3297E0698F2C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52" name="Google Shape;495;p35">
              <a:extLst>
                <a:ext uri="{FF2B5EF4-FFF2-40B4-BE49-F238E27FC236}">
                  <a16:creationId xmlns:a16="http://schemas.microsoft.com/office/drawing/2014/main" id="{5D868C0A-A5AC-A596-8F2D-F5DA6997E950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" name="Google Shape;496;p35">
              <a:extLst>
                <a:ext uri="{FF2B5EF4-FFF2-40B4-BE49-F238E27FC236}">
                  <a16:creationId xmlns:a16="http://schemas.microsoft.com/office/drawing/2014/main" id="{E14DDF98-787C-BF9B-8AF1-03FA23B755B4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54" name="Google Shape;497;p35">
              <a:extLst>
                <a:ext uri="{FF2B5EF4-FFF2-40B4-BE49-F238E27FC236}">
                  <a16:creationId xmlns:a16="http://schemas.microsoft.com/office/drawing/2014/main" id="{516F94E4-0934-4636-84B8-95AF48D786E1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55" name="Google Shape;498;p35">
              <a:extLst>
                <a:ext uri="{FF2B5EF4-FFF2-40B4-BE49-F238E27FC236}">
                  <a16:creationId xmlns:a16="http://schemas.microsoft.com/office/drawing/2014/main" id="{5636FB6D-3909-3CD2-96BD-B764F6B15955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7" name="Google Shape;499;p35">
                <a:extLst>
                  <a:ext uri="{FF2B5EF4-FFF2-40B4-BE49-F238E27FC236}">
                    <a16:creationId xmlns:a16="http://schemas.microsoft.com/office/drawing/2014/main" id="{53481D2B-FB21-4F04-C49E-58657F166B24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500;p35">
                <a:extLst>
                  <a:ext uri="{FF2B5EF4-FFF2-40B4-BE49-F238E27FC236}">
                    <a16:creationId xmlns:a16="http://schemas.microsoft.com/office/drawing/2014/main" id="{8E82B0BC-734C-2AA6-F6F2-62BC83C089A3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501;p35">
              <a:extLst>
                <a:ext uri="{FF2B5EF4-FFF2-40B4-BE49-F238E27FC236}">
                  <a16:creationId xmlns:a16="http://schemas.microsoft.com/office/drawing/2014/main" id="{2B657606-7727-D025-BD7D-1F2DF25330FA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55" name="Google Shape;502;p35">
                <a:extLst>
                  <a:ext uri="{FF2B5EF4-FFF2-40B4-BE49-F238E27FC236}">
                    <a16:creationId xmlns:a16="http://schemas.microsoft.com/office/drawing/2014/main" id="{B60AE757-4FE8-D274-7025-846C85694301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503;p35">
                <a:extLst>
                  <a:ext uri="{FF2B5EF4-FFF2-40B4-BE49-F238E27FC236}">
                    <a16:creationId xmlns:a16="http://schemas.microsoft.com/office/drawing/2014/main" id="{6F0C385E-B141-58D9-8C2A-5113E9EA84F6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04;p35">
              <a:extLst>
                <a:ext uri="{FF2B5EF4-FFF2-40B4-BE49-F238E27FC236}">
                  <a16:creationId xmlns:a16="http://schemas.microsoft.com/office/drawing/2014/main" id="{134F60C6-8378-6DDD-3CB7-4139AAD041E8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505;p35">
              <a:extLst>
                <a:ext uri="{FF2B5EF4-FFF2-40B4-BE49-F238E27FC236}">
                  <a16:creationId xmlns:a16="http://schemas.microsoft.com/office/drawing/2014/main" id="{3740C733-4243-3465-2386-A34A98FD9A1F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06;p35">
              <a:extLst>
                <a:ext uri="{FF2B5EF4-FFF2-40B4-BE49-F238E27FC236}">
                  <a16:creationId xmlns:a16="http://schemas.microsoft.com/office/drawing/2014/main" id="{987B5BEF-3C06-86CB-AD04-817806FE186B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" name="Google Shape;507;p35">
              <a:extLst>
                <a:ext uri="{FF2B5EF4-FFF2-40B4-BE49-F238E27FC236}">
                  <a16:creationId xmlns:a16="http://schemas.microsoft.com/office/drawing/2014/main" id="{2A1CEC64-55E7-B4D0-53D4-09D4A6613405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510;p35">
              <a:extLst>
                <a:ext uri="{FF2B5EF4-FFF2-40B4-BE49-F238E27FC236}">
                  <a16:creationId xmlns:a16="http://schemas.microsoft.com/office/drawing/2014/main" id="{6956098C-1FCA-BA9D-3B5A-5BEB0028D449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511;p35">
              <a:extLst>
                <a:ext uri="{FF2B5EF4-FFF2-40B4-BE49-F238E27FC236}">
                  <a16:creationId xmlns:a16="http://schemas.microsoft.com/office/drawing/2014/main" id="{24B856F4-3AF8-758A-417B-6470A3C5FB93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453" name="Google Shape;512;p35">
                <a:extLst>
                  <a:ext uri="{FF2B5EF4-FFF2-40B4-BE49-F238E27FC236}">
                    <a16:creationId xmlns:a16="http://schemas.microsoft.com/office/drawing/2014/main" id="{48DC9054-3851-B8D7-F180-800DB31BB5F8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513;p35">
                <a:extLst>
                  <a:ext uri="{FF2B5EF4-FFF2-40B4-BE49-F238E27FC236}">
                    <a16:creationId xmlns:a16="http://schemas.microsoft.com/office/drawing/2014/main" id="{2095293E-40CE-F09D-E42A-51C0290C9027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" name="Google Shape;514;p35">
              <a:extLst>
                <a:ext uri="{FF2B5EF4-FFF2-40B4-BE49-F238E27FC236}">
                  <a16:creationId xmlns:a16="http://schemas.microsoft.com/office/drawing/2014/main" id="{F9DA7D4C-E167-3125-E148-2E7FA3E64B7B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515;p35">
              <a:extLst>
                <a:ext uri="{FF2B5EF4-FFF2-40B4-BE49-F238E27FC236}">
                  <a16:creationId xmlns:a16="http://schemas.microsoft.com/office/drawing/2014/main" id="{86F0EAEB-5205-5242-7D4E-0452730661D0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516;p35">
              <a:extLst>
                <a:ext uri="{FF2B5EF4-FFF2-40B4-BE49-F238E27FC236}">
                  <a16:creationId xmlns:a16="http://schemas.microsoft.com/office/drawing/2014/main" id="{A5BB7A95-07BB-14AB-D7BA-4C2A047397FF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" name="Google Shape;517;p35">
              <a:extLst>
                <a:ext uri="{FF2B5EF4-FFF2-40B4-BE49-F238E27FC236}">
                  <a16:creationId xmlns:a16="http://schemas.microsoft.com/office/drawing/2014/main" id="{37C8FCF9-9189-155D-B285-B95972C68999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451" name="Google Shape;497;p35">
              <a:extLst>
                <a:ext uri="{FF2B5EF4-FFF2-40B4-BE49-F238E27FC236}">
                  <a16:creationId xmlns:a16="http://schemas.microsoft.com/office/drawing/2014/main" id="{E63FBEBA-52E7-B827-B10C-3FFE62FE5776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452" name="Google Shape;507;p35">
              <a:extLst>
                <a:ext uri="{FF2B5EF4-FFF2-40B4-BE49-F238E27FC236}">
                  <a16:creationId xmlns:a16="http://schemas.microsoft.com/office/drawing/2014/main" id="{3EF66B82-0504-2DF4-0933-D243DC0DC0AC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62" name="Oval 461">
            <a:extLst>
              <a:ext uri="{FF2B5EF4-FFF2-40B4-BE49-F238E27FC236}">
                <a16:creationId xmlns:a16="http://schemas.microsoft.com/office/drawing/2014/main" id="{6D3B481F-2B04-3ED2-A607-95D0F81F1AA0}"/>
              </a:ext>
            </a:extLst>
          </p:cNvPr>
          <p:cNvSpPr/>
          <p:nvPr/>
        </p:nvSpPr>
        <p:spPr>
          <a:xfrm>
            <a:off x="1216648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BBDF7D20-487C-5D5F-23E3-DE91616889D1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Google Shape;487;p35">
            <a:extLst>
              <a:ext uri="{FF2B5EF4-FFF2-40B4-BE49-F238E27FC236}">
                <a16:creationId xmlns:a16="http://schemas.microsoft.com/office/drawing/2014/main" id="{D4BFECFC-DD84-1EB2-A6F2-9009D097DC94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5" name="Google Shape;488;p35">
            <a:extLst>
              <a:ext uri="{FF2B5EF4-FFF2-40B4-BE49-F238E27FC236}">
                <a16:creationId xmlns:a16="http://schemas.microsoft.com/office/drawing/2014/main" id="{61686465-79FC-0888-028E-AF0E4717351E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44538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81C409F9-54A7-B380-70E7-2E00D702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A57ED92F-64A4-0C70-1AEB-E4D087771A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101233AC-ED20-2B8B-9343-1A3A05BDFBBB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d33 vs d11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Uninfected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2ACA15E4-F623-85B8-4917-7F665357E315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A923AD0A-2641-8018-94FE-242AA4D47861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3A8D3F76-4D21-64E9-CAE9-F5356DA63FEE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86ABD929-3646-7EE7-0BEA-381D1BC1C23F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54D0B5D2-4EA4-D524-20FE-11B642C0A560}"/>
              </a:ext>
            </a:extLst>
          </p:cNvPr>
          <p:cNvSpPr txBox="1"/>
          <p:nvPr/>
        </p:nvSpPr>
        <p:spPr>
          <a:xfrm>
            <a:off x="3192784" y="1748950"/>
            <a:ext cx="5846592" cy="197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d33 vs d11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F95142-7C70-FADE-1550-BE2B8E33316B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7" name="Google Shape;489;p35">
              <a:extLst>
                <a:ext uri="{FF2B5EF4-FFF2-40B4-BE49-F238E27FC236}">
                  <a16:creationId xmlns:a16="http://schemas.microsoft.com/office/drawing/2014/main" id="{5A29D7EB-DDB3-2D06-256A-D3F61871A505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8" name="Google Shape;490;p35">
              <a:extLst>
                <a:ext uri="{FF2B5EF4-FFF2-40B4-BE49-F238E27FC236}">
                  <a16:creationId xmlns:a16="http://schemas.microsoft.com/office/drawing/2014/main" id="{8389234B-4A68-F742-A773-09DF14DDE775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2;p35">
              <a:extLst>
                <a:ext uri="{FF2B5EF4-FFF2-40B4-BE49-F238E27FC236}">
                  <a16:creationId xmlns:a16="http://schemas.microsoft.com/office/drawing/2014/main" id="{239DB290-0027-1802-6DC2-328364B146E9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50" name="Google Shape;493;p35">
              <a:extLst>
                <a:ext uri="{FF2B5EF4-FFF2-40B4-BE49-F238E27FC236}">
                  <a16:creationId xmlns:a16="http://schemas.microsoft.com/office/drawing/2014/main" id="{7504162B-8090-2FDB-EC0D-EAEC4A655265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1" name="Google Shape;494;p35">
              <a:extLst>
                <a:ext uri="{FF2B5EF4-FFF2-40B4-BE49-F238E27FC236}">
                  <a16:creationId xmlns:a16="http://schemas.microsoft.com/office/drawing/2014/main" id="{B49B9808-0474-9FF0-6020-1190E620DF06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52" name="Google Shape;495;p35">
              <a:extLst>
                <a:ext uri="{FF2B5EF4-FFF2-40B4-BE49-F238E27FC236}">
                  <a16:creationId xmlns:a16="http://schemas.microsoft.com/office/drawing/2014/main" id="{36E03421-CC4E-515F-A586-71BE263C1F9D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" name="Google Shape;496;p35">
              <a:extLst>
                <a:ext uri="{FF2B5EF4-FFF2-40B4-BE49-F238E27FC236}">
                  <a16:creationId xmlns:a16="http://schemas.microsoft.com/office/drawing/2014/main" id="{7368FC0C-BD43-B5AF-B99B-9642C6117658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54" name="Google Shape;497;p35">
              <a:extLst>
                <a:ext uri="{FF2B5EF4-FFF2-40B4-BE49-F238E27FC236}">
                  <a16:creationId xmlns:a16="http://schemas.microsoft.com/office/drawing/2014/main" id="{219763DF-6F5F-0D2B-4885-8908DBA4BB53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55" name="Google Shape;498;p35">
              <a:extLst>
                <a:ext uri="{FF2B5EF4-FFF2-40B4-BE49-F238E27FC236}">
                  <a16:creationId xmlns:a16="http://schemas.microsoft.com/office/drawing/2014/main" id="{63C81B38-C1F0-F7B7-6F59-8393B7D96A0B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7" name="Google Shape;499;p35">
                <a:extLst>
                  <a:ext uri="{FF2B5EF4-FFF2-40B4-BE49-F238E27FC236}">
                    <a16:creationId xmlns:a16="http://schemas.microsoft.com/office/drawing/2014/main" id="{E19E47B2-AE9F-2AE8-15C3-51D81F04180B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500;p35">
                <a:extLst>
                  <a:ext uri="{FF2B5EF4-FFF2-40B4-BE49-F238E27FC236}">
                    <a16:creationId xmlns:a16="http://schemas.microsoft.com/office/drawing/2014/main" id="{617D3310-4E78-006F-C63B-392B0F0430B5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501;p35">
              <a:extLst>
                <a:ext uri="{FF2B5EF4-FFF2-40B4-BE49-F238E27FC236}">
                  <a16:creationId xmlns:a16="http://schemas.microsoft.com/office/drawing/2014/main" id="{86AA7343-9A54-314A-3C0F-981DD70BAC44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55" name="Google Shape;502;p35">
                <a:extLst>
                  <a:ext uri="{FF2B5EF4-FFF2-40B4-BE49-F238E27FC236}">
                    <a16:creationId xmlns:a16="http://schemas.microsoft.com/office/drawing/2014/main" id="{94E673CB-7185-EDBC-4698-1FA52B13CE60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503;p35">
                <a:extLst>
                  <a:ext uri="{FF2B5EF4-FFF2-40B4-BE49-F238E27FC236}">
                    <a16:creationId xmlns:a16="http://schemas.microsoft.com/office/drawing/2014/main" id="{2C62B29B-8C1C-5025-15ED-6F4C35327C55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04;p35">
              <a:extLst>
                <a:ext uri="{FF2B5EF4-FFF2-40B4-BE49-F238E27FC236}">
                  <a16:creationId xmlns:a16="http://schemas.microsoft.com/office/drawing/2014/main" id="{2996996B-2AC7-BBA4-5000-6195D4BBC1EA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505;p35">
              <a:extLst>
                <a:ext uri="{FF2B5EF4-FFF2-40B4-BE49-F238E27FC236}">
                  <a16:creationId xmlns:a16="http://schemas.microsoft.com/office/drawing/2014/main" id="{63040AE3-E393-0860-9A25-82DF0C16D7BD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06;p35">
              <a:extLst>
                <a:ext uri="{FF2B5EF4-FFF2-40B4-BE49-F238E27FC236}">
                  <a16:creationId xmlns:a16="http://schemas.microsoft.com/office/drawing/2014/main" id="{EABADE10-B08A-3334-9B25-3B686E2AC17A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" name="Google Shape;507;p35">
              <a:extLst>
                <a:ext uri="{FF2B5EF4-FFF2-40B4-BE49-F238E27FC236}">
                  <a16:creationId xmlns:a16="http://schemas.microsoft.com/office/drawing/2014/main" id="{D9B59D87-CC62-37DD-2F09-7929C9ABDF70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510;p35">
              <a:extLst>
                <a:ext uri="{FF2B5EF4-FFF2-40B4-BE49-F238E27FC236}">
                  <a16:creationId xmlns:a16="http://schemas.microsoft.com/office/drawing/2014/main" id="{075A65AA-CE9E-7449-6AAA-FADF1AAE1A4F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511;p35">
              <a:extLst>
                <a:ext uri="{FF2B5EF4-FFF2-40B4-BE49-F238E27FC236}">
                  <a16:creationId xmlns:a16="http://schemas.microsoft.com/office/drawing/2014/main" id="{6A81F958-9DBF-315B-2E40-59CB278BEB07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453" name="Google Shape;512;p35">
                <a:extLst>
                  <a:ext uri="{FF2B5EF4-FFF2-40B4-BE49-F238E27FC236}">
                    <a16:creationId xmlns:a16="http://schemas.microsoft.com/office/drawing/2014/main" id="{2EE63938-2CC6-156D-8810-0F4763BFB990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513;p35">
                <a:extLst>
                  <a:ext uri="{FF2B5EF4-FFF2-40B4-BE49-F238E27FC236}">
                    <a16:creationId xmlns:a16="http://schemas.microsoft.com/office/drawing/2014/main" id="{AD0FB976-BBC5-58D9-4535-7D4CA8F45FD2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" name="Google Shape;514;p35">
              <a:extLst>
                <a:ext uri="{FF2B5EF4-FFF2-40B4-BE49-F238E27FC236}">
                  <a16:creationId xmlns:a16="http://schemas.microsoft.com/office/drawing/2014/main" id="{8710D005-9138-22EB-7460-50E3E6162B42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515;p35">
              <a:extLst>
                <a:ext uri="{FF2B5EF4-FFF2-40B4-BE49-F238E27FC236}">
                  <a16:creationId xmlns:a16="http://schemas.microsoft.com/office/drawing/2014/main" id="{1870DB0A-45ED-D95F-E583-5093FF5D0CC9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516;p35">
              <a:extLst>
                <a:ext uri="{FF2B5EF4-FFF2-40B4-BE49-F238E27FC236}">
                  <a16:creationId xmlns:a16="http://schemas.microsoft.com/office/drawing/2014/main" id="{5FE74E7A-C7A0-AE8C-265E-672B5A250C32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" name="Google Shape;517;p35">
              <a:extLst>
                <a:ext uri="{FF2B5EF4-FFF2-40B4-BE49-F238E27FC236}">
                  <a16:creationId xmlns:a16="http://schemas.microsoft.com/office/drawing/2014/main" id="{0437964D-5114-1B1B-6FDC-ADCA39C72BBB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451" name="Google Shape;497;p35">
              <a:extLst>
                <a:ext uri="{FF2B5EF4-FFF2-40B4-BE49-F238E27FC236}">
                  <a16:creationId xmlns:a16="http://schemas.microsoft.com/office/drawing/2014/main" id="{DD10D687-BB96-7F0D-B1D5-1D95F86062F1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452" name="Google Shape;507;p35">
              <a:extLst>
                <a:ext uri="{FF2B5EF4-FFF2-40B4-BE49-F238E27FC236}">
                  <a16:creationId xmlns:a16="http://schemas.microsoft.com/office/drawing/2014/main" id="{5347FCBB-7377-A794-FE46-59D4B2A1D3A0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4A628CF2-06DD-084E-999E-3000F1B3451B}"/>
              </a:ext>
            </a:extLst>
          </p:cNvPr>
          <p:cNvSpPr/>
          <p:nvPr/>
        </p:nvSpPr>
        <p:spPr>
          <a:xfrm>
            <a:off x="1216648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A166EC-6713-1CD9-AEA2-77170213197C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487;p35">
            <a:extLst>
              <a:ext uri="{FF2B5EF4-FFF2-40B4-BE49-F238E27FC236}">
                <a16:creationId xmlns:a16="http://schemas.microsoft.com/office/drawing/2014/main" id="{1142745E-1D4E-9772-BA63-7901F2DB9E37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Google Shape;488;p35">
            <a:extLst>
              <a:ext uri="{FF2B5EF4-FFF2-40B4-BE49-F238E27FC236}">
                <a16:creationId xmlns:a16="http://schemas.microsoft.com/office/drawing/2014/main" id="{B60A4113-5396-A905-FD7F-2FBD96C464E9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9819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528215E7-22F6-69A5-2264-55B554C7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1A32D063-C56A-1028-831A-1F0BBBB81E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397E6DC9-D1AD-37BA-B4DC-F06348249542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d33 vs d11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Uninfected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73DBADA7-9CF6-6B45-E4DB-1B98AEF8DCEA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D0A85797-EA9A-CDF5-D94D-66BB732DA8BD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9ACDC92C-2FEB-0D33-8830-6EA84B731AB4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82F40203-B122-C3A9-F8F7-99CA1CBB4BC3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8D7A38DD-275A-4A04-4383-25980CE17AB5}"/>
              </a:ext>
            </a:extLst>
          </p:cNvPr>
          <p:cNvSpPr txBox="1"/>
          <p:nvPr/>
        </p:nvSpPr>
        <p:spPr>
          <a:xfrm>
            <a:off x="3192784" y="1748950"/>
            <a:ext cx="5846592" cy="21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d33 vs d11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b="1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306AC87-EE60-73FF-9943-405D9F7AD3DB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7" name="Google Shape;489;p35">
              <a:extLst>
                <a:ext uri="{FF2B5EF4-FFF2-40B4-BE49-F238E27FC236}">
                  <a16:creationId xmlns:a16="http://schemas.microsoft.com/office/drawing/2014/main" id="{5916FC2E-D5F4-C89F-FA87-FE44BC2C7F87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8" name="Google Shape;490;p35">
              <a:extLst>
                <a:ext uri="{FF2B5EF4-FFF2-40B4-BE49-F238E27FC236}">
                  <a16:creationId xmlns:a16="http://schemas.microsoft.com/office/drawing/2014/main" id="{1FF1AB7A-E452-1A28-A04F-1A5FFC07BED1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2;p35">
              <a:extLst>
                <a:ext uri="{FF2B5EF4-FFF2-40B4-BE49-F238E27FC236}">
                  <a16:creationId xmlns:a16="http://schemas.microsoft.com/office/drawing/2014/main" id="{28221AD7-A3BC-0E8D-A525-FF58F51E0983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50" name="Google Shape;493;p35">
              <a:extLst>
                <a:ext uri="{FF2B5EF4-FFF2-40B4-BE49-F238E27FC236}">
                  <a16:creationId xmlns:a16="http://schemas.microsoft.com/office/drawing/2014/main" id="{DC9229C9-B83D-86E6-B56B-CC7AD0BBB44A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1" name="Google Shape;494;p35">
              <a:extLst>
                <a:ext uri="{FF2B5EF4-FFF2-40B4-BE49-F238E27FC236}">
                  <a16:creationId xmlns:a16="http://schemas.microsoft.com/office/drawing/2014/main" id="{C93C0E59-153E-F4A0-195A-97F7869D9628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52" name="Google Shape;495;p35">
              <a:extLst>
                <a:ext uri="{FF2B5EF4-FFF2-40B4-BE49-F238E27FC236}">
                  <a16:creationId xmlns:a16="http://schemas.microsoft.com/office/drawing/2014/main" id="{0FE2F704-E530-D8DC-0630-9106EF7AF1F2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" name="Google Shape;496;p35">
              <a:extLst>
                <a:ext uri="{FF2B5EF4-FFF2-40B4-BE49-F238E27FC236}">
                  <a16:creationId xmlns:a16="http://schemas.microsoft.com/office/drawing/2014/main" id="{5D408EFA-1084-131B-08DE-452D1B0E56FF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54" name="Google Shape;497;p35">
              <a:extLst>
                <a:ext uri="{FF2B5EF4-FFF2-40B4-BE49-F238E27FC236}">
                  <a16:creationId xmlns:a16="http://schemas.microsoft.com/office/drawing/2014/main" id="{78E6A9BF-4806-4EB6-A46C-610F9930636C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55" name="Google Shape;498;p35">
              <a:extLst>
                <a:ext uri="{FF2B5EF4-FFF2-40B4-BE49-F238E27FC236}">
                  <a16:creationId xmlns:a16="http://schemas.microsoft.com/office/drawing/2014/main" id="{860BFFFE-E52C-E6BB-1F93-376D6C516B18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7" name="Google Shape;499;p35">
                <a:extLst>
                  <a:ext uri="{FF2B5EF4-FFF2-40B4-BE49-F238E27FC236}">
                    <a16:creationId xmlns:a16="http://schemas.microsoft.com/office/drawing/2014/main" id="{B07324C7-8E9F-B7C2-38C2-553EE7C959EF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500;p35">
                <a:extLst>
                  <a:ext uri="{FF2B5EF4-FFF2-40B4-BE49-F238E27FC236}">
                    <a16:creationId xmlns:a16="http://schemas.microsoft.com/office/drawing/2014/main" id="{534A226A-1A20-9EA0-419C-62BF00AE3BAB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501;p35">
              <a:extLst>
                <a:ext uri="{FF2B5EF4-FFF2-40B4-BE49-F238E27FC236}">
                  <a16:creationId xmlns:a16="http://schemas.microsoft.com/office/drawing/2014/main" id="{062F8D26-82CA-EE14-A76C-0A8880F669D6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55" name="Google Shape;502;p35">
                <a:extLst>
                  <a:ext uri="{FF2B5EF4-FFF2-40B4-BE49-F238E27FC236}">
                    <a16:creationId xmlns:a16="http://schemas.microsoft.com/office/drawing/2014/main" id="{31A9A57D-0F1F-5C79-510A-B2A68AEC8A62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503;p35">
                <a:extLst>
                  <a:ext uri="{FF2B5EF4-FFF2-40B4-BE49-F238E27FC236}">
                    <a16:creationId xmlns:a16="http://schemas.microsoft.com/office/drawing/2014/main" id="{FA09B73C-7E10-78D0-BA62-79E40F1D213A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04;p35">
              <a:extLst>
                <a:ext uri="{FF2B5EF4-FFF2-40B4-BE49-F238E27FC236}">
                  <a16:creationId xmlns:a16="http://schemas.microsoft.com/office/drawing/2014/main" id="{63FDFF1B-34F8-56A0-C1E5-2C4E04F4E0C3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505;p35">
              <a:extLst>
                <a:ext uri="{FF2B5EF4-FFF2-40B4-BE49-F238E27FC236}">
                  <a16:creationId xmlns:a16="http://schemas.microsoft.com/office/drawing/2014/main" id="{D4460B5C-F030-38A1-F0C8-8F4868FBC4E1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06;p35">
              <a:extLst>
                <a:ext uri="{FF2B5EF4-FFF2-40B4-BE49-F238E27FC236}">
                  <a16:creationId xmlns:a16="http://schemas.microsoft.com/office/drawing/2014/main" id="{BB0E2395-3407-8E57-C15D-980164DC2A91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" name="Google Shape;507;p35">
              <a:extLst>
                <a:ext uri="{FF2B5EF4-FFF2-40B4-BE49-F238E27FC236}">
                  <a16:creationId xmlns:a16="http://schemas.microsoft.com/office/drawing/2014/main" id="{5754CF24-BD6E-1190-435F-CA254FD46CDB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510;p35">
              <a:extLst>
                <a:ext uri="{FF2B5EF4-FFF2-40B4-BE49-F238E27FC236}">
                  <a16:creationId xmlns:a16="http://schemas.microsoft.com/office/drawing/2014/main" id="{075A61CE-A1AC-1A53-760F-1F5F880CABE2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511;p35">
              <a:extLst>
                <a:ext uri="{FF2B5EF4-FFF2-40B4-BE49-F238E27FC236}">
                  <a16:creationId xmlns:a16="http://schemas.microsoft.com/office/drawing/2014/main" id="{D2F15AD1-641D-433D-E287-B972D6CB264B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453" name="Google Shape;512;p35">
                <a:extLst>
                  <a:ext uri="{FF2B5EF4-FFF2-40B4-BE49-F238E27FC236}">
                    <a16:creationId xmlns:a16="http://schemas.microsoft.com/office/drawing/2014/main" id="{4E8B372E-F529-4998-4363-DA0339E22709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513;p35">
                <a:extLst>
                  <a:ext uri="{FF2B5EF4-FFF2-40B4-BE49-F238E27FC236}">
                    <a16:creationId xmlns:a16="http://schemas.microsoft.com/office/drawing/2014/main" id="{C3AD11C5-906C-9981-6181-A6A938DDED50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" name="Google Shape;514;p35">
              <a:extLst>
                <a:ext uri="{FF2B5EF4-FFF2-40B4-BE49-F238E27FC236}">
                  <a16:creationId xmlns:a16="http://schemas.microsoft.com/office/drawing/2014/main" id="{F63C2F56-AD0F-8655-19CD-B7B06D6A4870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515;p35">
              <a:extLst>
                <a:ext uri="{FF2B5EF4-FFF2-40B4-BE49-F238E27FC236}">
                  <a16:creationId xmlns:a16="http://schemas.microsoft.com/office/drawing/2014/main" id="{3993102B-2BBB-77DC-7C38-47A98FB79945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516;p35">
              <a:extLst>
                <a:ext uri="{FF2B5EF4-FFF2-40B4-BE49-F238E27FC236}">
                  <a16:creationId xmlns:a16="http://schemas.microsoft.com/office/drawing/2014/main" id="{93E7D523-3D3B-2B4A-EAB9-A245DB99D71F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" name="Google Shape;517;p35">
              <a:extLst>
                <a:ext uri="{FF2B5EF4-FFF2-40B4-BE49-F238E27FC236}">
                  <a16:creationId xmlns:a16="http://schemas.microsoft.com/office/drawing/2014/main" id="{9A7896A0-EC89-6CEB-4EF8-522329F03D0D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451" name="Google Shape;497;p35">
              <a:extLst>
                <a:ext uri="{FF2B5EF4-FFF2-40B4-BE49-F238E27FC236}">
                  <a16:creationId xmlns:a16="http://schemas.microsoft.com/office/drawing/2014/main" id="{6EFE8D21-CFE7-0743-F3BA-B189572BDC94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452" name="Google Shape;507;p35">
              <a:extLst>
                <a:ext uri="{FF2B5EF4-FFF2-40B4-BE49-F238E27FC236}">
                  <a16:creationId xmlns:a16="http://schemas.microsoft.com/office/drawing/2014/main" id="{B7FAD8DA-C82C-9790-D541-38456488D5B8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8E6D86A-BF27-FBEA-D4FA-22D03698A3F3}"/>
              </a:ext>
            </a:extLst>
          </p:cNvPr>
          <p:cNvSpPr/>
          <p:nvPr/>
        </p:nvSpPr>
        <p:spPr>
          <a:xfrm flipV="1">
            <a:off x="1199440" y="3133447"/>
            <a:ext cx="490582" cy="756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F31AF86-BB92-3F38-9C7A-9BF286726B5A}"/>
              </a:ext>
            </a:extLst>
          </p:cNvPr>
          <p:cNvSpPr/>
          <p:nvPr/>
        </p:nvSpPr>
        <p:spPr>
          <a:xfrm>
            <a:off x="1216648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E887C3-4B11-3195-257E-427D84D54252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487;p35">
            <a:extLst>
              <a:ext uri="{FF2B5EF4-FFF2-40B4-BE49-F238E27FC236}">
                <a16:creationId xmlns:a16="http://schemas.microsoft.com/office/drawing/2014/main" id="{B9513E8F-F8C1-BC5C-954E-6A6950D0036A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Google Shape;488;p35">
            <a:extLst>
              <a:ext uri="{FF2B5EF4-FFF2-40B4-BE49-F238E27FC236}">
                <a16:creationId xmlns:a16="http://schemas.microsoft.com/office/drawing/2014/main" id="{3A718839-9642-CC1B-1343-4BE288BA6017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2293824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2C4CC249-0ED0-213A-A6D9-8E39D9A6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BCD1BCA8-D5A4-FF17-5247-CB28EC077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F6B05665-ED95-65A2-6CDD-EF3B303E4B98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d33 vs d11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Uninfected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EC61D9CC-CCE1-990D-0EB2-E324B0948469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52B12AED-C891-4D1B-AD98-3519D89FD5F1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9D92E3BF-7C7B-6229-4DF8-C73BA444DB9F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3BDD2AD6-541C-9E38-EDC9-313CCC9F4817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6DB9C7F7-3C00-F321-AD6B-84496FF74B48}"/>
              </a:ext>
            </a:extLst>
          </p:cNvPr>
          <p:cNvSpPr txBox="1"/>
          <p:nvPr/>
        </p:nvSpPr>
        <p:spPr>
          <a:xfrm>
            <a:off x="3192784" y="1748950"/>
            <a:ext cx="5846592" cy="263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d33 vs d11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b="1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TimePoint_d33_vs_d11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1AAB5C1-99DC-306E-ACDF-AC7C68CB7748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7" name="Google Shape;489;p35">
              <a:extLst>
                <a:ext uri="{FF2B5EF4-FFF2-40B4-BE49-F238E27FC236}">
                  <a16:creationId xmlns:a16="http://schemas.microsoft.com/office/drawing/2014/main" id="{0FDDA7B8-1E85-0296-3FBB-CAC8ED31D885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8" name="Google Shape;490;p35">
              <a:extLst>
                <a:ext uri="{FF2B5EF4-FFF2-40B4-BE49-F238E27FC236}">
                  <a16:creationId xmlns:a16="http://schemas.microsoft.com/office/drawing/2014/main" id="{4238D020-1758-29A5-0A34-40B73E3C33C5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2;p35">
              <a:extLst>
                <a:ext uri="{FF2B5EF4-FFF2-40B4-BE49-F238E27FC236}">
                  <a16:creationId xmlns:a16="http://schemas.microsoft.com/office/drawing/2014/main" id="{3A3D487D-A541-DB2E-B4B6-7F5860CC6572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50" name="Google Shape;493;p35">
              <a:extLst>
                <a:ext uri="{FF2B5EF4-FFF2-40B4-BE49-F238E27FC236}">
                  <a16:creationId xmlns:a16="http://schemas.microsoft.com/office/drawing/2014/main" id="{020C3B77-3BBC-F698-D321-A9CA946FF3F9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1" name="Google Shape;494;p35">
              <a:extLst>
                <a:ext uri="{FF2B5EF4-FFF2-40B4-BE49-F238E27FC236}">
                  <a16:creationId xmlns:a16="http://schemas.microsoft.com/office/drawing/2014/main" id="{E0B6855C-8864-9A4F-106C-6DD985DD1C49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52" name="Google Shape;495;p35">
              <a:extLst>
                <a:ext uri="{FF2B5EF4-FFF2-40B4-BE49-F238E27FC236}">
                  <a16:creationId xmlns:a16="http://schemas.microsoft.com/office/drawing/2014/main" id="{29967804-7922-12BC-4740-FA505CCF532F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" name="Google Shape;496;p35">
              <a:extLst>
                <a:ext uri="{FF2B5EF4-FFF2-40B4-BE49-F238E27FC236}">
                  <a16:creationId xmlns:a16="http://schemas.microsoft.com/office/drawing/2014/main" id="{CFC2DDB4-0148-26B3-3B24-ECF6D41A72B6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54" name="Google Shape;497;p35">
              <a:extLst>
                <a:ext uri="{FF2B5EF4-FFF2-40B4-BE49-F238E27FC236}">
                  <a16:creationId xmlns:a16="http://schemas.microsoft.com/office/drawing/2014/main" id="{712781F3-03EF-F5D4-A43C-440E96FBF46F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55" name="Google Shape;498;p35">
              <a:extLst>
                <a:ext uri="{FF2B5EF4-FFF2-40B4-BE49-F238E27FC236}">
                  <a16:creationId xmlns:a16="http://schemas.microsoft.com/office/drawing/2014/main" id="{1662DC72-25F9-7AC1-1003-86EDEEDB03FB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7" name="Google Shape;499;p35">
                <a:extLst>
                  <a:ext uri="{FF2B5EF4-FFF2-40B4-BE49-F238E27FC236}">
                    <a16:creationId xmlns:a16="http://schemas.microsoft.com/office/drawing/2014/main" id="{F5BB411C-4EF8-46BE-CB59-A2DAD4B4D100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500;p35">
                <a:extLst>
                  <a:ext uri="{FF2B5EF4-FFF2-40B4-BE49-F238E27FC236}">
                    <a16:creationId xmlns:a16="http://schemas.microsoft.com/office/drawing/2014/main" id="{EA597C2F-4D6C-B8DA-3138-09EE597045AC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501;p35">
              <a:extLst>
                <a:ext uri="{FF2B5EF4-FFF2-40B4-BE49-F238E27FC236}">
                  <a16:creationId xmlns:a16="http://schemas.microsoft.com/office/drawing/2014/main" id="{05C558A8-7A25-7E55-4515-CA1160D0E1C1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55" name="Google Shape;502;p35">
                <a:extLst>
                  <a:ext uri="{FF2B5EF4-FFF2-40B4-BE49-F238E27FC236}">
                    <a16:creationId xmlns:a16="http://schemas.microsoft.com/office/drawing/2014/main" id="{FF73D376-F813-E90D-CBE4-93FC9F331A8E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503;p35">
                <a:extLst>
                  <a:ext uri="{FF2B5EF4-FFF2-40B4-BE49-F238E27FC236}">
                    <a16:creationId xmlns:a16="http://schemas.microsoft.com/office/drawing/2014/main" id="{4FAFCC81-13C9-31B4-B23A-79D818ED830C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04;p35">
              <a:extLst>
                <a:ext uri="{FF2B5EF4-FFF2-40B4-BE49-F238E27FC236}">
                  <a16:creationId xmlns:a16="http://schemas.microsoft.com/office/drawing/2014/main" id="{C65D2533-5035-208D-E636-CDFDE40C337E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505;p35">
              <a:extLst>
                <a:ext uri="{FF2B5EF4-FFF2-40B4-BE49-F238E27FC236}">
                  <a16:creationId xmlns:a16="http://schemas.microsoft.com/office/drawing/2014/main" id="{7243354D-2369-B861-F20D-A8A979EB6B37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06;p35">
              <a:extLst>
                <a:ext uri="{FF2B5EF4-FFF2-40B4-BE49-F238E27FC236}">
                  <a16:creationId xmlns:a16="http://schemas.microsoft.com/office/drawing/2014/main" id="{C000B919-0A5A-9D7E-63BA-E2FE3382DA25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" name="Google Shape;507;p35">
              <a:extLst>
                <a:ext uri="{FF2B5EF4-FFF2-40B4-BE49-F238E27FC236}">
                  <a16:creationId xmlns:a16="http://schemas.microsoft.com/office/drawing/2014/main" id="{185ADC4D-B309-58A4-EA23-67ADCB1F2739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510;p35">
              <a:extLst>
                <a:ext uri="{FF2B5EF4-FFF2-40B4-BE49-F238E27FC236}">
                  <a16:creationId xmlns:a16="http://schemas.microsoft.com/office/drawing/2014/main" id="{10EB89BD-535C-8D67-FE2A-345B9E50E24E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511;p35">
              <a:extLst>
                <a:ext uri="{FF2B5EF4-FFF2-40B4-BE49-F238E27FC236}">
                  <a16:creationId xmlns:a16="http://schemas.microsoft.com/office/drawing/2014/main" id="{2E174DE2-CD75-672C-5392-1CCFFA8C00E5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453" name="Google Shape;512;p35">
                <a:extLst>
                  <a:ext uri="{FF2B5EF4-FFF2-40B4-BE49-F238E27FC236}">
                    <a16:creationId xmlns:a16="http://schemas.microsoft.com/office/drawing/2014/main" id="{ADAF72D7-4BC4-B7D8-92F7-D29A5388E952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513;p35">
                <a:extLst>
                  <a:ext uri="{FF2B5EF4-FFF2-40B4-BE49-F238E27FC236}">
                    <a16:creationId xmlns:a16="http://schemas.microsoft.com/office/drawing/2014/main" id="{D124B147-813B-0FCD-E506-1A33BD631837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" name="Google Shape;514;p35">
              <a:extLst>
                <a:ext uri="{FF2B5EF4-FFF2-40B4-BE49-F238E27FC236}">
                  <a16:creationId xmlns:a16="http://schemas.microsoft.com/office/drawing/2014/main" id="{8E8B97CE-15B1-A568-284E-84A034A6B6BA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515;p35">
              <a:extLst>
                <a:ext uri="{FF2B5EF4-FFF2-40B4-BE49-F238E27FC236}">
                  <a16:creationId xmlns:a16="http://schemas.microsoft.com/office/drawing/2014/main" id="{9213628B-7A2D-F716-F6D3-2FC1BAEE9260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516;p35">
              <a:extLst>
                <a:ext uri="{FF2B5EF4-FFF2-40B4-BE49-F238E27FC236}">
                  <a16:creationId xmlns:a16="http://schemas.microsoft.com/office/drawing/2014/main" id="{679023E8-8ED9-2EDD-C495-9382861D64F6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" name="Google Shape;517;p35">
              <a:extLst>
                <a:ext uri="{FF2B5EF4-FFF2-40B4-BE49-F238E27FC236}">
                  <a16:creationId xmlns:a16="http://schemas.microsoft.com/office/drawing/2014/main" id="{AB46CE28-90A4-71E6-55A8-36B8893FD320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451" name="Google Shape;497;p35">
              <a:extLst>
                <a:ext uri="{FF2B5EF4-FFF2-40B4-BE49-F238E27FC236}">
                  <a16:creationId xmlns:a16="http://schemas.microsoft.com/office/drawing/2014/main" id="{A6E1ECF7-59B7-662E-237E-88CF9BE14467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452" name="Google Shape;507;p35">
              <a:extLst>
                <a:ext uri="{FF2B5EF4-FFF2-40B4-BE49-F238E27FC236}">
                  <a16:creationId xmlns:a16="http://schemas.microsoft.com/office/drawing/2014/main" id="{952DAE97-BEE3-62EB-D971-2A51D1D01593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2FF72EC-B79D-1676-025C-078AD7D163A5}"/>
              </a:ext>
            </a:extLst>
          </p:cNvPr>
          <p:cNvSpPr/>
          <p:nvPr/>
        </p:nvSpPr>
        <p:spPr>
          <a:xfrm flipV="1">
            <a:off x="1199440" y="3133447"/>
            <a:ext cx="490582" cy="756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7F5BF0-7283-19EB-6404-81726B910479}"/>
              </a:ext>
            </a:extLst>
          </p:cNvPr>
          <p:cNvSpPr/>
          <p:nvPr/>
        </p:nvSpPr>
        <p:spPr>
          <a:xfrm>
            <a:off x="1216648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00FE0F-3DEB-348D-7A77-0488DCF41BF0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487;p35">
            <a:extLst>
              <a:ext uri="{FF2B5EF4-FFF2-40B4-BE49-F238E27FC236}">
                <a16:creationId xmlns:a16="http://schemas.microsoft.com/office/drawing/2014/main" id="{0F76D515-FD14-BCF2-79AC-D359CEAAC373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Google Shape;488;p35">
            <a:extLst>
              <a:ext uri="{FF2B5EF4-FFF2-40B4-BE49-F238E27FC236}">
                <a16:creationId xmlns:a16="http://schemas.microsoft.com/office/drawing/2014/main" id="{C94312CD-550F-8A50-5901-73ED96E08974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168143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617E13D2-644F-9AC0-6771-861C70DB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560139DA-AB74-0C46-F5E0-B619E8ECE3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86C13E70-BFB7-7F23-1B79-1D9A19B48AFE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d33 vs d11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Uninfected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C74A2B8E-964A-D298-DC55-7B5CE012435D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F02F5DEE-5D15-D3C7-BFB9-889A3DF353F3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09903324-3407-6A21-0449-97603DF719E7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A1C98AC8-5DEE-A690-9268-11D1D517A266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E4486C33-BA28-3646-0C4E-7B983A3D29AA}"/>
              </a:ext>
            </a:extLst>
          </p:cNvPr>
          <p:cNvSpPr txBox="1"/>
          <p:nvPr/>
        </p:nvSpPr>
        <p:spPr>
          <a:xfrm>
            <a:off x="3192784" y="1748950"/>
            <a:ext cx="5846592" cy="263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d33 vs d11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when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b="1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TimePoint_d33_vs_d11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84DC37-6CF9-DF83-BEA6-A90A3DC66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046"/>
          <a:stretch>
            <a:fillRect/>
          </a:stretch>
        </p:blipFill>
        <p:spPr>
          <a:xfrm>
            <a:off x="3192783" y="4142040"/>
            <a:ext cx="5623514" cy="552917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F694EBB1-DB79-0D10-404E-45CAA96EBFF2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7" name="Google Shape;489;p35">
              <a:extLst>
                <a:ext uri="{FF2B5EF4-FFF2-40B4-BE49-F238E27FC236}">
                  <a16:creationId xmlns:a16="http://schemas.microsoft.com/office/drawing/2014/main" id="{D5DFCC11-0E15-6BA4-F545-B4F7F1B578C0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8" name="Google Shape;490;p35">
              <a:extLst>
                <a:ext uri="{FF2B5EF4-FFF2-40B4-BE49-F238E27FC236}">
                  <a16:creationId xmlns:a16="http://schemas.microsoft.com/office/drawing/2014/main" id="{283B2AEB-6D31-7D17-3217-2059E61AE5E1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2;p35">
              <a:extLst>
                <a:ext uri="{FF2B5EF4-FFF2-40B4-BE49-F238E27FC236}">
                  <a16:creationId xmlns:a16="http://schemas.microsoft.com/office/drawing/2014/main" id="{5C97ADEF-50F7-35CA-6EFA-AEEE246182A1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50" name="Google Shape;493;p35">
              <a:extLst>
                <a:ext uri="{FF2B5EF4-FFF2-40B4-BE49-F238E27FC236}">
                  <a16:creationId xmlns:a16="http://schemas.microsoft.com/office/drawing/2014/main" id="{68DC8D17-8032-76B8-C6CC-74CC5AE60102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1" name="Google Shape;494;p35">
              <a:extLst>
                <a:ext uri="{FF2B5EF4-FFF2-40B4-BE49-F238E27FC236}">
                  <a16:creationId xmlns:a16="http://schemas.microsoft.com/office/drawing/2014/main" id="{9F90ED7D-68E2-79F5-8921-0FBDC0F3D75E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52" name="Google Shape;495;p35">
              <a:extLst>
                <a:ext uri="{FF2B5EF4-FFF2-40B4-BE49-F238E27FC236}">
                  <a16:creationId xmlns:a16="http://schemas.microsoft.com/office/drawing/2014/main" id="{B78DD5E6-09D3-0A71-BE17-BBEACC4E6D74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" name="Google Shape;496;p35">
              <a:extLst>
                <a:ext uri="{FF2B5EF4-FFF2-40B4-BE49-F238E27FC236}">
                  <a16:creationId xmlns:a16="http://schemas.microsoft.com/office/drawing/2014/main" id="{AE109218-17CB-61AD-E370-55629F9761D9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54" name="Google Shape;497;p35">
              <a:extLst>
                <a:ext uri="{FF2B5EF4-FFF2-40B4-BE49-F238E27FC236}">
                  <a16:creationId xmlns:a16="http://schemas.microsoft.com/office/drawing/2014/main" id="{F9CC5CD8-AF7E-E7A1-A625-84F01EFB4533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55" name="Google Shape;498;p35">
              <a:extLst>
                <a:ext uri="{FF2B5EF4-FFF2-40B4-BE49-F238E27FC236}">
                  <a16:creationId xmlns:a16="http://schemas.microsoft.com/office/drawing/2014/main" id="{90AD700F-566F-3586-130E-BCEBEE131581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7" name="Google Shape;499;p35">
                <a:extLst>
                  <a:ext uri="{FF2B5EF4-FFF2-40B4-BE49-F238E27FC236}">
                    <a16:creationId xmlns:a16="http://schemas.microsoft.com/office/drawing/2014/main" id="{EFAC833A-386B-B6B6-23DD-3096E0BBCA49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500;p35">
                <a:extLst>
                  <a:ext uri="{FF2B5EF4-FFF2-40B4-BE49-F238E27FC236}">
                    <a16:creationId xmlns:a16="http://schemas.microsoft.com/office/drawing/2014/main" id="{FDF72327-B929-62E5-C16D-9E48D9F0C1E5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501;p35">
              <a:extLst>
                <a:ext uri="{FF2B5EF4-FFF2-40B4-BE49-F238E27FC236}">
                  <a16:creationId xmlns:a16="http://schemas.microsoft.com/office/drawing/2014/main" id="{A3B4A16D-7B38-1DA8-5B65-99CD74610D72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55" name="Google Shape;502;p35">
                <a:extLst>
                  <a:ext uri="{FF2B5EF4-FFF2-40B4-BE49-F238E27FC236}">
                    <a16:creationId xmlns:a16="http://schemas.microsoft.com/office/drawing/2014/main" id="{C3B3739D-CAEB-A26A-AE0A-B691CF45FD33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503;p35">
                <a:extLst>
                  <a:ext uri="{FF2B5EF4-FFF2-40B4-BE49-F238E27FC236}">
                    <a16:creationId xmlns:a16="http://schemas.microsoft.com/office/drawing/2014/main" id="{D42E9F06-F75A-4E2E-B161-FF7ABAF9325B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04;p35">
              <a:extLst>
                <a:ext uri="{FF2B5EF4-FFF2-40B4-BE49-F238E27FC236}">
                  <a16:creationId xmlns:a16="http://schemas.microsoft.com/office/drawing/2014/main" id="{8E3202DF-99A2-5FF5-7321-655160CD69BE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505;p35">
              <a:extLst>
                <a:ext uri="{FF2B5EF4-FFF2-40B4-BE49-F238E27FC236}">
                  <a16:creationId xmlns:a16="http://schemas.microsoft.com/office/drawing/2014/main" id="{9195C672-4C0F-A858-3A2C-8318ECC609B7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06;p35">
              <a:extLst>
                <a:ext uri="{FF2B5EF4-FFF2-40B4-BE49-F238E27FC236}">
                  <a16:creationId xmlns:a16="http://schemas.microsoft.com/office/drawing/2014/main" id="{E36110BA-DD5C-8BF9-4093-5E5498A05209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" name="Google Shape;507;p35">
              <a:extLst>
                <a:ext uri="{FF2B5EF4-FFF2-40B4-BE49-F238E27FC236}">
                  <a16:creationId xmlns:a16="http://schemas.microsoft.com/office/drawing/2014/main" id="{C15720A8-5214-268B-200A-DE18385B9832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510;p35">
              <a:extLst>
                <a:ext uri="{FF2B5EF4-FFF2-40B4-BE49-F238E27FC236}">
                  <a16:creationId xmlns:a16="http://schemas.microsoft.com/office/drawing/2014/main" id="{A6647085-ABE9-BC53-34BA-03B7A4771908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511;p35">
              <a:extLst>
                <a:ext uri="{FF2B5EF4-FFF2-40B4-BE49-F238E27FC236}">
                  <a16:creationId xmlns:a16="http://schemas.microsoft.com/office/drawing/2014/main" id="{D0F76709-9787-F69C-9C42-D216FBFDA04A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453" name="Google Shape;512;p35">
                <a:extLst>
                  <a:ext uri="{FF2B5EF4-FFF2-40B4-BE49-F238E27FC236}">
                    <a16:creationId xmlns:a16="http://schemas.microsoft.com/office/drawing/2014/main" id="{CF2E8A47-4A08-C219-6C7C-8FB5E5D40910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513;p35">
                <a:extLst>
                  <a:ext uri="{FF2B5EF4-FFF2-40B4-BE49-F238E27FC236}">
                    <a16:creationId xmlns:a16="http://schemas.microsoft.com/office/drawing/2014/main" id="{7050766F-87BD-471C-4AFB-7643B18150D4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" name="Google Shape;514;p35">
              <a:extLst>
                <a:ext uri="{FF2B5EF4-FFF2-40B4-BE49-F238E27FC236}">
                  <a16:creationId xmlns:a16="http://schemas.microsoft.com/office/drawing/2014/main" id="{D1B9C9EF-279B-41DC-AADE-7298CACE8AC6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515;p35">
              <a:extLst>
                <a:ext uri="{FF2B5EF4-FFF2-40B4-BE49-F238E27FC236}">
                  <a16:creationId xmlns:a16="http://schemas.microsoft.com/office/drawing/2014/main" id="{3A5641FE-2378-B4CC-A019-6B1C39175855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516;p35">
              <a:extLst>
                <a:ext uri="{FF2B5EF4-FFF2-40B4-BE49-F238E27FC236}">
                  <a16:creationId xmlns:a16="http://schemas.microsoft.com/office/drawing/2014/main" id="{32857ED0-B160-EB6B-1EAD-FD747DF8CC41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0" name="Google Shape;517;p35">
              <a:extLst>
                <a:ext uri="{FF2B5EF4-FFF2-40B4-BE49-F238E27FC236}">
                  <a16:creationId xmlns:a16="http://schemas.microsoft.com/office/drawing/2014/main" id="{A7C21CC1-0C6B-D194-A180-77B34CB9C5AE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451" name="Google Shape;497;p35">
              <a:extLst>
                <a:ext uri="{FF2B5EF4-FFF2-40B4-BE49-F238E27FC236}">
                  <a16:creationId xmlns:a16="http://schemas.microsoft.com/office/drawing/2014/main" id="{2ACF606D-E7DC-B077-57E6-A32FA60CF2C3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452" name="Google Shape;507;p35">
              <a:extLst>
                <a:ext uri="{FF2B5EF4-FFF2-40B4-BE49-F238E27FC236}">
                  <a16:creationId xmlns:a16="http://schemas.microsoft.com/office/drawing/2014/main" id="{1E9D422D-8E27-93A7-FCD7-0B78BEE494CB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9" name="Rectangle 458">
            <a:extLst>
              <a:ext uri="{FF2B5EF4-FFF2-40B4-BE49-F238E27FC236}">
                <a16:creationId xmlns:a16="http://schemas.microsoft.com/office/drawing/2014/main" id="{37D80786-CC5A-F7DA-3FFE-462B706B0DA3}"/>
              </a:ext>
            </a:extLst>
          </p:cNvPr>
          <p:cNvSpPr/>
          <p:nvPr/>
        </p:nvSpPr>
        <p:spPr>
          <a:xfrm flipV="1">
            <a:off x="1199440" y="3133447"/>
            <a:ext cx="490582" cy="756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579788-BBF3-290C-CA2D-0A3243351873}"/>
              </a:ext>
            </a:extLst>
          </p:cNvPr>
          <p:cNvSpPr/>
          <p:nvPr/>
        </p:nvSpPr>
        <p:spPr>
          <a:xfrm>
            <a:off x="1216648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27C569-84FA-FD2C-10FE-8D056A616725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87;p35">
            <a:extLst>
              <a:ext uri="{FF2B5EF4-FFF2-40B4-BE49-F238E27FC236}">
                <a16:creationId xmlns:a16="http://schemas.microsoft.com/office/drawing/2014/main" id="{19D39156-BDDA-A723-E5F9-5C889A624694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488;p35">
            <a:extLst>
              <a:ext uri="{FF2B5EF4-FFF2-40B4-BE49-F238E27FC236}">
                <a16:creationId xmlns:a16="http://schemas.microsoft.com/office/drawing/2014/main" id="{A923E1FE-5D01-371D-FBB0-91B83D1C1C7C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2790377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C1D830F0-FF18-33C3-71D0-7E4E4718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82A7FCCE-9145-CF5E-DC0A-4B76A895D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7B29BE00-F6C3-6651-8B5A-546EA257D56D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d11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4F3B6CE5-62AD-669A-BD66-50C3E8D8E34F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C3BF9E11-2480-F098-1EC3-7810066F6E09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4395B141-E533-615F-4904-6CC298582E06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D3206FD9-D16F-DB20-36B5-1A0452AC5E89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E741B9B7-D8F8-8164-CB18-8A5B205BA181}"/>
              </a:ext>
            </a:extLst>
          </p:cNvPr>
          <p:cNvSpPr txBox="1"/>
          <p:nvPr/>
        </p:nvSpPr>
        <p:spPr>
          <a:xfrm>
            <a:off x="3192784" y="1748950"/>
            <a:ext cx="5846592" cy="169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d11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0BD112-F6D9-0AF8-6A9E-782766748125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1" name="Google Shape;489;p35">
              <a:extLst>
                <a:ext uri="{FF2B5EF4-FFF2-40B4-BE49-F238E27FC236}">
                  <a16:creationId xmlns:a16="http://schemas.microsoft.com/office/drawing/2014/main" id="{D5B318C7-4CB3-CB39-E0DD-DAE338DE251B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2" name="Google Shape;490;p35">
              <a:extLst>
                <a:ext uri="{FF2B5EF4-FFF2-40B4-BE49-F238E27FC236}">
                  <a16:creationId xmlns:a16="http://schemas.microsoft.com/office/drawing/2014/main" id="{E5F8471C-616A-F09D-0318-E7C4099C8689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92;p35">
              <a:extLst>
                <a:ext uri="{FF2B5EF4-FFF2-40B4-BE49-F238E27FC236}">
                  <a16:creationId xmlns:a16="http://schemas.microsoft.com/office/drawing/2014/main" id="{5CAD343C-CC5C-783B-3E75-6A47C571F90B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4" name="Google Shape;493;p35">
              <a:extLst>
                <a:ext uri="{FF2B5EF4-FFF2-40B4-BE49-F238E27FC236}">
                  <a16:creationId xmlns:a16="http://schemas.microsoft.com/office/drawing/2014/main" id="{DB5BBF25-A596-D0E5-5622-0A4C15740A99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" name="Google Shape;494;p35">
              <a:extLst>
                <a:ext uri="{FF2B5EF4-FFF2-40B4-BE49-F238E27FC236}">
                  <a16:creationId xmlns:a16="http://schemas.microsoft.com/office/drawing/2014/main" id="{6ACDCF5C-8DD1-3561-E004-D090CC99719D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6" name="Google Shape;495;p35">
              <a:extLst>
                <a:ext uri="{FF2B5EF4-FFF2-40B4-BE49-F238E27FC236}">
                  <a16:creationId xmlns:a16="http://schemas.microsoft.com/office/drawing/2014/main" id="{3392C6FA-C5F9-DD64-43DC-DAC45F0A012E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496;p35">
              <a:extLst>
                <a:ext uri="{FF2B5EF4-FFF2-40B4-BE49-F238E27FC236}">
                  <a16:creationId xmlns:a16="http://schemas.microsoft.com/office/drawing/2014/main" id="{7451C704-3549-4FAF-9764-9A7B57830AE3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8" name="Google Shape;497;p35">
              <a:extLst>
                <a:ext uri="{FF2B5EF4-FFF2-40B4-BE49-F238E27FC236}">
                  <a16:creationId xmlns:a16="http://schemas.microsoft.com/office/drawing/2014/main" id="{587E97DE-A246-0F57-0103-51BF79D69B68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9" name="Google Shape;498;p35">
              <a:extLst>
                <a:ext uri="{FF2B5EF4-FFF2-40B4-BE49-F238E27FC236}">
                  <a16:creationId xmlns:a16="http://schemas.microsoft.com/office/drawing/2014/main" id="{A5D4BE84-93E0-652F-68B8-F9909BA21463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1" name="Google Shape;499;p35">
                <a:extLst>
                  <a:ext uri="{FF2B5EF4-FFF2-40B4-BE49-F238E27FC236}">
                    <a16:creationId xmlns:a16="http://schemas.microsoft.com/office/drawing/2014/main" id="{7E35CCBE-3F08-81D0-ABAA-3665C90917EF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500;p35">
                <a:extLst>
                  <a:ext uri="{FF2B5EF4-FFF2-40B4-BE49-F238E27FC236}">
                    <a16:creationId xmlns:a16="http://schemas.microsoft.com/office/drawing/2014/main" id="{09590A41-43FD-40EE-0134-0C980A239618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1;p35">
              <a:extLst>
                <a:ext uri="{FF2B5EF4-FFF2-40B4-BE49-F238E27FC236}">
                  <a16:creationId xmlns:a16="http://schemas.microsoft.com/office/drawing/2014/main" id="{E0A1AB52-CCFD-740A-5DF3-E669F76E25C4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9" name="Google Shape;502;p35">
                <a:extLst>
                  <a:ext uri="{FF2B5EF4-FFF2-40B4-BE49-F238E27FC236}">
                    <a16:creationId xmlns:a16="http://schemas.microsoft.com/office/drawing/2014/main" id="{DBD57377-2AA2-1A5F-004F-CC2A3253F4E6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503;p35">
                <a:extLst>
                  <a:ext uri="{FF2B5EF4-FFF2-40B4-BE49-F238E27FC236}">
                    <a16:creationId xmlns:a16="http://schemas.microsoft.com/office/drawing/2014/main" id="{FB3FCDF6-F8C5-F163-BA0D-9A2084992487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" name="Google Shape;504;p35">
              <a:extLst>
                <a:ext uri="{FF2B5EF4-FFF2-40B4-BE49-F238E27FC236}">
                  <a16:creationId xmlns:a16="http://schemas.microsoft.com/office/drawing/2014/main" id="{2BDC0735-12FB-C560-2E90-3F024F2EE0F6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505;p35">
              <a:extLst>
                <a:ext uri="{FF2B5EF4-FFF2-40B4-BE49-F238E27FC236}">
                  <a16:creationId xmlns:a16="http://schemas.microsoft.com/office/drawing/2014/main" id="{A35432A6-A731-6F6F-DF20-0C7456262380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" name="Google Shape;506;p35">
              <a:extLst>
                <a:ext uri="{FF2B5EF4-FFF2-40B4-BE49-F238E27FC236}">
                  <a16:creationId xmlns:a16="http://schemas.microsoft.com/office/drawing/2014/main" id="{6D503465-2BB0-51B3-89BA-F76013C7C4FE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" name="Google Shape;507;p35">
              <a:extLst>
                <a:ext uri="{FF2B5EF4-FFF2-40B4-BE49-F238E27FC236}">
                  <a16:creationId xmlns:a16="http://schemas.microsoft.com/office/drawing/2014/main" id="{08281459-D06E-7354-AB22-791054B223E3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Google Shape;510;p35">
              <a:extLst>
                <a:ext uri="{FF2B5EF4-FFF2-40B4-BE49-F238E27FC236}">
                  <a16:creationId xmlns:a16="http://schemas.microsoft.com/office/drawing/2014/main" id="{361DCF1A-98E6-2B34-7132-52F0B0727368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" name="Google Shape;511;p35">
              <a:extLst>
                <a:ext uri="{FF2B5EF4-FFF2-40B4-BE49-F238E27FC236}">
                  <a16:creationId xmlns:a16="http://schemas.microsoft.com/office/drawing/2014/main" id="{55344E41-90D4-3D55-0858-1C84296F4C2A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3" name="Google Shape;512;p35">
                <a:extLst>
                  <a:ext uri="{FF2B5EF4-FFF2-40B4-BE49-F238E27FC236}">
                    <a16:creationId xmlns:a16="http://schemas.microsoft.com/office/drawing/2014/main" id="{185CD64A-0E56-5CD3-D114-8D74D79C9D8E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513;p35">
                <a:extLst>
                  <a:ext uri="{FF2B5EF4-FFF2-40B4-BE49-F238E27FC236}">
                    <a16:creationId xmlns:a16="http://schemas.microsoft.com/office/drawing/2014/main" id="{CD37DDB0-11D9-AE24-5972-B4246D05C7F4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14;p35">
              <a:extLst>
                <a:ext uri="{FF2B5EF4-FFF2-40B4-BE49-F238E27FC236}">
                  <a16:creationId xmlns:a16="http://schemas.microsoft.com/office/drawing/2014/main" id="{AEAB6E90-4B12-DB6A-FD95-B85DEF428AED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5;p35">
              <a:extLst>
                <a:ext uri="{FF2B5EF4-FFF2-40B4-BE49-F238E27FC236}">
                  <a16:creationId xmlns:a16="http://schemas.microsoft.com/office/drawing/2014/main" id="{3F6D3D31-B206-C32B-6003-F8EE4C8B0EDE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16;p35">
              <a:extLst>
                <a:ext uri="{FF2B5EF4-FFF2-40B4-BE49-F238E27FC236}">
                  <a16:creationId xmlns:a16="http://schemas.microsoft.com/office/drawing/2014/main" id="{B7B31217-8784-1885-38C0-C70068562909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" name="Google Shape;517;p35">
              <a:extLst>
                <a:ext uri="{FF2B5EF4-FFF2-40B4-BE49-F238E27FC236}">
                  <a16:creationId xmlns:a16="http://schemas.microsoft.com/office/drawing/2014/main" id="{99D7B563-0E72-A7A5-5968-153DC9A7A679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61" name="Google Shape;497;p35">
              <a:extLst>
                <a:ext uri="{FF2B5EF4-FFF2-40B4-BE49-F238E27FC236}">
                  <a16:creationId xmlns:a16="http://schemas.microsoft.com/office/drawing/2014/main" id="{2664A12E-DA2F-E673-7978-C92C5B9AF958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2" name="Google Shape;507;p35">
              <a:extLst>
                <a:ext uri="{FF2B5EF4-FFF2-40B4-BE49-F238E27FC236}">
                  <a16:creationId xmlns:a16="http://schemas.microsoft.com/office/drawing/2014/main" id="{DE709E00-66EC-E47C-0E08-70C82C9B7B3E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82849D80-ABA2-21EF-8B5A-F3C784F58DF4}"/>
              </a:ext>
            </a:extLst>
          </p:cNvPr>
          <p:cNvSpPr/>
          <p:nvPr/>
        </p:nvSpPr>
        <p:spPr>
          <a:xfrm>
            <a:off x="1949473" y="2958076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2BB982-4921-A217-16E5-3DCF09B5E24F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487;p35">
            <a:extLst>
              <a:ext uri="{FF2B5EF4-FFF2-40B4-BE49-F238E27FC236}">
                <a16:creationId xmlns:a16="http://schemas.microsoft.com/office/drawing/2014/main" id="{9F8B8991-C681-F175-A449-DB66930AC89B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" name="Google Shape;488;p35">
            <a:extLst>
              <a:ext uri="{FF2B5EF4-FFF2-40B4-BE49-F238E27FC236}">
                <a16:creationId xmlns:a16="http://schemas.microsoft.com/office/drawing/2014/main" id="{72ADDA00-9C06-377B-8528-76E45D708B43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435357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FCE73E4F-48C5-6E05-502D-0EE64DEE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000FA0FC-DDE2-2A6F-D794-100506658F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F4C48480-86A3-57F0-F59B-1F3D5703AD45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d11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75DE9BDD-A15C-D73C-BA19-CFCCF9349983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9AAA2E8D-7530-41A5-00EF-7A9B2ABCED67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EB1AEA71-9940-69CD-90B9-21F6DCEE01C1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5B5E44F6-FCBB-A82E-761F-4F40F13B44AB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D596282E-2A16-0EC0-8E9A-609D56E48291}"/>
              </a:ext>
            </a:extLst>
          </p:cNvPr>
          <p:cNvSpPr txBox="1"/>
          <p:nvPr/>
        </p:nvSpPr>
        <p:spPr>
          <a:xfrm>
            <a:off x="3192784" y="1748950"/>
            <a:ext cx="5846592" cy="21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d11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A79001-BF6A-79A9-1FF4-8F7BEAF4E258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1" name="Google Shape;489;p35">
              <a:extLst>
                <a:ext uri="{FF2B5EF4-FFF2-40B4-BE49-F238E27FC236}">
                  <a16:creationId xmlns:a16="http://schemas.microsoft.com/office/drawing/2014/main" id="{DB808F7C-FAA4-C10A-BEED-01B1663B0FC5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2" name="Google Shape;490;p35">
              <a:extLst>
                <a:ext uri="{FF2B5EF4-FFF2-40B4-BE49-F238E27FC236}">
                  <a16:creationId xmlns:a16="http://schemas.microsoft.com/office/drawing/2014/main" id="{11F9D96D-4006-643F-B8C9-5DFC124FE31C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92;p35">
              <a:extLst>
                <a:ext uri="{FF2B5EF4-FFF2-40B4-BE49-F238E27FC236}">
                  <a16:creationId xmlns:a16="http://schemas.microsoft.com/office/drawing/2014/main" id="{44F90B4C-00F3-FB98-9738-BB43BA0E9F14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4" name="Google Shape;493;p35">
              <a:extLst>
                <a:ext uri="{FF2B5EF4-FFF2-40B4-BE49-F238E27FC236}">
                  <a16:creationId xmlns:a16="http://schemas.microsoft.com/office/drawing/2014/main" id="{24F9E459-FD95-CDB0-630F-10E934B45B60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" name="Google Shape;494;p35">
              <a:extLst>
                <a:ext uri="{FF2B5EF4-FFF2-40B4-BE49-F238E27FC236}">
                  <a16:creationId xmlns:a16="http://schemas.microsoft.com/office/drawing/2014/main" id="{1ED875CD-EED5-000E-7586-34484ED46EAE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6" name="Google Shape;495;p35">
              <a:extLst>
                <a:ext uri="{FF2B5EF4-FFF2-40B4-BE49-F238E27FC236}">
                  <a16:creationId xmlns:a16="http://schemas.microsoft.com/office/drawing/2014/main" id="{2FCF1583-07D5-0B27-F62F-07F264840915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496;p35">
              <a:extLst>
                <a:ext uri="{FF2B5EF4-FFF2-40B4-BE49-F238E27FC236}">
                  <a16:creationId xmlns:a16="http://schemas.microsoft.com/office/drawing/2014/main" id="{462FA2EE-1204-7435-08BC-9E68E88E2303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8" name="Google Shape;497;p35">
              <a:extLst>
                <a:ext uri="{FF2B5EF4-FFF2-40B4-BE49-F238E27FC236}">
                  <a16:creationId xmlns:a16="http://schemas.microsoft.com/office/drawing/2014/main" id="{FE28E14D-5E14-A20F-5C48-DEECFCDA40CF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9" name="Google Shape;498;p35">
              <a:extLst>
                <a:ext uri="{FF2B5EF4-FFF2-40B4-BE49-F238E27FC236}">
                  <a16:creationId xmlns:a16="http://schemas.microsoft.com/office/drawing/2014/main" id="{B380BC7B-E3D9-6B57-1A21-A3D1F2D6ACC9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1" name="Google Shape;499;p35">
                <a:extLst>
                  <a:ext uri="{FF2B5EF4-FFF2-40B4-BE49-F238E27FC236}">
                    <a16:creationId xmlns:a16="http://schemas.microsoft.com/office/drawing/2014/main" id="{FD2739D3-B023-CBD9-C044-A97D1312DCA6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500;p35">
                <a:extLst>
                  <a:ext uri="{FF2B5EF4-FFF2-40B4-BE49-F238E27FC236}">
                    <a16:creationId xmlns:a16="http://schemas.microsoft.com/office/drawing/2014/main" id="{74E6409C-F802-8E9D-4040-C1899E5F39DF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1;p35">
              <a:extLst>
                <a:ext uri="{FF2B5EF4-FFF2-40B4-BE49-F238E27FC236}">
                  <a16:creationId xmlns:a16="http://schemas.microsoft.com/office/drawing/2014/main" id="{DDAB906D-FFB1-58B7-57DA-2971DF16C8E9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9" name="Google Shape;502;p35">
                <a:extLst>
                  <a:ext uri="{FF2B5EF4-FFF2-40B4-BE49-F238E27FC236}">
                    <a16:creationId xmlns:a16="http://schemas.microsoft.com/office/drawing/2014/main" id="{6F46C4AC-9BB0-F487-5E6C-1C79BEAAC4DF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503;p35">
                <a:extLst>
                  <a:ext uri="{FF2B5EF4-FFF2-40B4-BE49-F238E27FC236}">
                    <a16:creationId xmlns:a16="http://schemas.microsoft.com/office/drawing/2014/main" id="{0A601087-E86A-B72D-715D-67D737C0BD07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" name="Google Shape;504;p35">
              <a:extLst>
                <a:ext uri="{FF2B5EF4-FFF2-40B4-BE49-F238E27FC236}">
                  <a16:creationId xmlns:a16="http://schemas.microsoft.com/office/drawing/2014/main" id="{299A018B-341E-11D9-94A2-307918534B2A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505;p35">
              <a:extLst>
                <a:ext uri="{FF2B5EF4-FFF2-40B4-BE49-F238E27FC236}">
                  <a16:creationId xmlns:a16="http://schemas.microsoft.com/office/drawing/2014/main" id="{FC1EFF01-E652-6811-CFAA-F1EE5529FD19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" name="Google Shape;506;p35">
              <a:extLst>
                <a:ext uri="{FF2B5EF4-FFF2-40B4-BE49-F238E27FC236}">
                  <a16:creationId xmlns:a16="http://schemas.microsoft.com/office/drawing/2014/main" id="{45C1EA8B-7115-B1F0-BC65-7311F04CE1F3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" name="Google Shape;507;p35">
              <a:extLst>
                <a:ext uri="{FF2B5EF4-FFF2-40B4-BE49-F238E27FC236}">
                  <a16:creationId xmlns:a16="http://schemas.microsoft.com/office/drawing/2014/main" id="{519C81C8-A454-E02B-D84D-6E5338F4331D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Google Shape;510;p35">
              <a:extLst>
                <a:ext uri="{FF2B5EF4-FFF2-40B4-BE49-F238E27FC236}">
                  <a16:creationId xmlns:a16="http://schemas.microsoft.com/office/drawing/2014/main" id="{58698089-D094-3360-268D-6AFBE3F2DDF0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" name="Google Shape;511;p35">
              <a:extLst>
                <a:ext uri="{FF2B5EF4-FFF2-40B4-BE49-F238E27FC236}">
                  <a16:creationId xmlns:a16="http://schemas.microsoft.com/office/drawing/2014/main" id="{EFFA6548-B9B8-2928-A8DB-B95047549E31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3" name="Google Shape;512;p35">
                <a:extLst>
                  <a:ext uri="{FF2B5EF4-FFF2-40B4-BE49-F238E27FC236}">
                    <a16:creationId xmlns:a16="http://schemas.microsoft.com/office/drawing/2014/main" id="{5A26C53A-7479-156B-594E-3E7F1617A957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513;p35">
                <a:extLst>
                  <a:ext uri="{FF2B5EF4-FFF2-40B4-BE49-F238E27FC236}">
                    <a16:creationId xmlns:a16="http://schemas.microsoft.com/office/drawing/2014/main" id="{A8C62404-F665-9231-8D87-5DF54A36E082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14;p35">
              <a:extLst>
                <a:ext uri="{FF2B5EF4-FFF2-40B4-BE49-F238E27FC236}">
                  <a16:creationId xmlns:a16="http://schemas.microsoft.com/office/drawing/2014/main" id="{2EA5C1B7-190A-6262-20F5-FC6719B5C29F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5;p35">
              <a:extLst>
                <a:ext uri="{FF2B5EF4-FFF2-40B4-BE49-F238E27FC236}">
                  <a16:creationId xmlns:a16="http://schemas.microsoft.com/office/drawing/2014/main" id="{7BE27B9E-CDF7-4742-EB7D-C8DE7378E590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16;p35">
              <a:extLst>
                <a:ext uri="{FF2B5EF4-FFF2-40B4-BE49-F238E27FC236}">
                  <a16:creationId xmlns:a16="http://schemas.microsoft.com/office/drawing/2014/main" id="{E956ABBF-C5DB-5C1A-2A6A-C1CC845C0D7C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" name="Google Shape;517;p35">
              <a:extLst>
                <a:ext uri="{FF2B5EF4-FFF2-40B4-BE49-F238E27FC236}">
                  <a16:creationId xmlns:a16="http://schemas.microsoft.com/office/drawing/2014/main" id="{F2101324-05D1-E68A-623D-935085EC2B8E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61" name="Google Shape;497;p35">
              <a:extLst>
                <a:ext uri="{FF2B5EF4-FFF2-40B4-BE49-F238E27FC236}">
                  <a16:creationId xmlns:a16="http://schemas.microsoft.com/office/drawing/2014/main" id="{1A15321E-0E89-92D4-9BC9-6847CCC37AB6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2" name="Google Shape;507;p35">
              <a:extLst>
                <a:ext uri="{FF2B5EF4-FFF2-40B4-BE49-F238E27FC236}">
                  <a16:creationId xmlns:a16="http://schemas.microsoft.com/office/drawing/2014/main" id="{BAFB70FE-EEA9-0F14-D22C-6EFD4817898E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46B56BC-FEC2-1369-F31C-83A4284F5AD1}"/>
              </a:ext>
            </a:extLst>
          </p:cNvPr>
          <p:cNvSpPr/>
          <p:nvPr/>
        </p:nvSpPr>
        <p:spPr>
          <a:xfrm>
            <a:off x="1949473" y="2958076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C116DC-1009-CCA4-0DD3-06915A328CB9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87;p35">
            <a:extLst>
              <a:ext uri="{FF2B5EF4-FFF2-40B4-BE49-F238E27FC236}">
                <a16:creationId xmlns:a16="http://schemas.microsoft.com/office/drawing/2014/main" id="{E2E12AF3-FAAF-78DD-0FAD-C792E81FE7D8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488;p35">
            <a:extLst>
              <a:ext uri="{FF2B5EF4-FFF2-40B4-BE49-F238E27FC236}">
                <a16:creationId xmlns:a16="http://schemas.microsoft.com/office/drawing/2014/main" id="{5720A9D0-4936-C338-2DB1-F43DB873F1E3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53277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E9AF7946-43A7-596D-A705-088F72D8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B490F045-AF07-CA0A-FB74-3C04CDE7B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EFC69AEC-EAF2-D8E8-2E77-DAB974ABFE67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d11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F0728F61-7B32-D5DD-0171-A73942E078A2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B4324C8C-E9DB-5FC2-1ACA-99F64272B7D0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77EDCF9F-6932-A65C-3676-00BDD925E8B3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262B8322-4686-DA15-CE09-493FF7CC9100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4CF5F059-D158-FE0D-EF2B-809BA21577E3}"/>
              </a:ext>
            </a:extLst>
          </p:cNvPr>
          <p:cNvSpPr txBox="1"/>
          <p:nvPr/>
        </p:nvSpPr>
        <p:spPr>
          <a:xfrm>
            <a:off x="3192784" y="1748950"/>
            <a:ext cx="5846592" cy="21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d11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63ED31-7D8F-05DB-B8AA-BB6146FCA982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1" name="Google Shape;489;p35">
              <a:extLst>
                <a:ext uri="{FF2B5EF4-FFF2-40B4-BE49-F238E27FC236}">
                  <a16:creationId xmlns:a16="http://schemas.microsoft.com/office/drawing/2014/main" id="{25F53706-4B13-FB8E-252F-4D8D112D54FB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2" name="Google Shape;490;p35">
              <a:extLst>
                <a:ext uri="{FF2B5EF4-FFF2-40B4-BE49-F238E27FC236}">
                  <a16:creationId xmlns:a16="http://schemas.microsoft.com/office/drawing/2014/main" id="{704B0B83-D68D-6D03-B44E-4C10E3280186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92;p35">
              <a:extLst>
                <a:ext uri="{FF2B5EF4-FFF2-40B4-BE49-F238E27FC236}">
                  <a16:creationId xmlns:a16="http://schemas.microsoft.com/office/drawing/2014/main" id="{34CAF98F-4AA7-63C8-C26D-9FF175C39551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4" name="Google Shape;493;p35">
              <a:extLst>
                <a:ext uri="{FF2B5EF4-FFF2-40B4-BE49-F238E27FC236}">
                  <a16:creationId xmlns:a16="http://schemas.microsoft.com/office/drawing/2014/main" id="{417BC54E-A308-560E-E9E6-3777C7D0CE5A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" name="Google Shape;494;p35">
              <a:extLst>
                <a:ext uri="{FF2B5EF4-FFF2-40B4-BE49-F238E27FC236}">
                  <a16:creationId xmlns:a16="http://schemas.microsoft.com/office/drawing/2014/main" id="{495127C8-197A-5D0F-AD2B-F34A850170F1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6" name="Google Shape;495;p35">
              <a:extLst>
                <a:ext uri="{FF2B5EF4-FFF2-40B4-BE49-F238E27FC236}">
                  <a16:creationId xmlns:a16="http://schemas.microsoft.com/office/drawing/2014/main" id="{1F224ED5-A1DD-D21D-6D96-030B6A754C21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496;p35">
              <a:extLst>
                <a:ext uri="{FF2B5EF4-FFF2-40B4-BE49-F238E27FC236}">
                  <a16:creationId xmlns:a16="http://schemas.microsoft.com/office/drawing/2014/main" id="{D28CC482-0C0E-0D88-9484-121CF9D19CAE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8" name="Google Shape;497;p35">
              <a:extLst>
                <a:ext uri="{FF2B5EF4-FFF2-40B4-BE49-F238E27FC236}">
                  <a16:creationId xmlns:a16="http://schemas.microsoft.com/office/drawing/2014/main" id="{5D55B6F6-F194-5572-BB6B-5E5845DF0FB5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9" name="Google Shape;498;p35">
              <a:extLst>
                <a:ext uri="{FF2B5EF4-FFF2-40B4-BE49-F238E27FC236}">
                  <a16:creationId xmlns:a16="http://schemas.microsoft.com/office/drawing/2014/main" id="{B79297FC-667A-7978-FA92-3AB53C21429C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1" name="Google Shape;499;p35">
                <a:extLst>
                  <a:ext uri="{FF2B5EF4-FFF2-40B4-BE49-F238E27FC236}">
                    <a16:creationId xmlns:a16="http://schemas.microsoft.com/office/drawing/2014/main" id="{071E517A-BA3A-5A0D-17F6-0EE53EF14BEB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500;p35">
                <a:extLst>
                  <a:ext uri="{FF2B5EF4-FFF2-40B4-BE49-F238E27FC236}">
                    <a16:creationId xmlns:a16="http://schemas.microsoft.com/office/drawing/2014/main" id="{C3B72FFC-54B7-9A3C-EA49-D2F2BEB53178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1;p35">
              <a:extLst>
                <a:ext uri="{FF2B5EF4-FFF2-40B4-BE49-F238E27FC236}">
                  <a16:creationId xmlns:a16="http://schemas.microsoft.com/office/drawing/2014/main" id="{E3729345-52D7-EE2F-B81F-ACDF1197B60A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9" name="Google Shape;502;p35">
                <a:extLst>
                  <a:ext uri="{FF2B5EF4-FFF2-40B4-BE49-F238E27FC236}">
                    <a16:creationId xmlns:a16="http://schemas.microsoft.com/office/drawing/2014/main" id="{95495452-A507-829B-FE67-C47190C11A2F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503;p35">
                <a:extLst>
                  <a:ext uri="{FF2B5EF4-FFF2-40B4-BE49-F238E27FC236}">
                    <a16:creationId xmlns:a16="http://schemas.microsoft.com/office/drawing/2014/main" id="{43E914E9-0FFF-DCA2-C6AE-254F374C31E7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" name="Google Shape;504;p35">
              <a:extLst>
                <a:ext uri="{FF2B5EF4-FFF2-40B4-BE49-F238E27FC236}">
                  <a16:creationId xmlns:a16="http://schemas.microsoft.com/office/drawing/2014/main" id="{EE2A330A-67C5-BA72-D735-6FBFF64BB2C7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505;p35">
              <a:extLst>
                <a:ext uri="{FF2B5EF4-FFF2-40B4-BE49-F238E27FC236}">
                  <a16:creationId xmlns:a16="http://schemas.microsoft.com/office/drawing/2014/main" id="{579E3DA6-6528-0383-D489-5FB3012AC138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" name="Google Shape;506;p35">
              <a:extLst>
                <a:ext uri="{FF2B5EF4-FFF2-40B4-BE49-F238E27FC236}">
                  <a16:creationId xmlns:a16="http://schemas.microsoft.com/office/drawing/2014/main" id="{74A5F221-DA2E-EEB5-AB0C-321AEA35CC5F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" name="Google Shape;507;p35">
              <a:extLst>
                <a:ext uri="{FF2B5EF4-FFF2-40B4-BE49-F238E27FC236}">
                  <a16:creationId xmlns:a16="http://schemas.microsoft.com/office/drawing/2014/main" id="{C89D9118-7BE9-CF0B-5DD6-31A0ADC1CF89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Google Shape;510;p35">
              <a:extLst>
                <a:ext uri="{FF2B5EF4-FFF2-40B4-BE49-F238E27FC236}">
                  <a16:creationId xmlns:a16="http://schemas.microsoft.com/office/drawing/2014/main" id="{387F1F8A-9E30-95D9-9FA0-F785511AE0C9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" name="Google Shape;511;p35">
              <a:extLst>
                <a:ext uri="{FF2B5EF4-FFF2-40B4-BE49-F238E27FC236}">
                  <a16:creationId xmlns:a16="http://schemas.microsoft.com/office/drawing/2014/main" id="{8B8F7202-2CD9-7581-FA20-E853FD0CBD25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3" name="Google Shape;512;p35">
                <a:extLst>
                  <a:ext uri="{FF2B5EF4-FFF2-40B4-BE49-F238E27FC236}">
                    <a16:creationId xmlns:a16="http://schemas.microsoft.com/office/drawing/2014/main" id="{3AD4CB15-2E50-D864-43A1-C90B08446D08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513;p35">
                <a:extLst>
                  <a:ext uri="{FF2B5EF4-FFF2-40B4-BE49-F238E27FC236}">
                    <a16:creationId xmlns:a16="http://schemas.microsoft.com/office/drawing/2014/main" id="{2DFCB73F-EB3C-FEEB-489F-3B12334305BF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14;p35">
              <a:extLst>
                <a:ext uri="{FF2B5EF4-FFF2-40B4-BE49-F238E27FC236}">
                  <a16:creationId xmlns:a16="http://schemas.microsoft.com/office/drawing/2014/main" id="{AC50AA2A-CE74-EDBC-EECA-EA2077AB6B57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5;p35">
              <a:extLst>
                <a:ext uri="{FF2B5EF4-FFF2-40B4-BE49-F238E27FC236}">
                  <a16:creationId xmlns:a16="http://schemas.microsoft.com/office/drawing/2014/main" id="{EFEA2F15-17A7-825C-3160-F9198F343115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16;p35">
              <a:extLst>
                <a:ext uri="{FF2B5EF4-FFF2-40B4-BE49-F238E27FC236}">
                  <a16:creationId xmlns:a16="http://schemas.microsoft.com/office/drawing/2014/main" id="{C603BEB6-7C98-9A4E-E175-60CA3A851D3E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" name="Google Shape;517;p35">
              <a:extLst>
                <a:ext uri="{FF2B5EF4-FFF2-40B4-BE49-F238E27FC236}">
                  <a16:creationId xmlns:a16="http://schemas.microsoft.com/office/drawing/2014/main" id="{3F7D45F1-5372-C6C4-30F6-A4055B8EB198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61" name="Google Shape;497;p35">
              <a:extLst>
                <a:ext uri="{FF2B5EF4-FFF2-40B4-BE49-F238E27FC236}">
                  <a16:creationId xmlns:a16="http://schemas.microsoft.com/office/drawing/2014/main" id="{160236C7-4847-889F-3A9F-7CF2131B4EE6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2" name="Google Shape;507;p35">
              <a:extLst>
                <a:ext uri="{FF2B5EF4-FFF2-40B4-BE49-F238E27FC236}">
                  <a16:creationId xmlns:a16="http://schemas.microsoft.com/office/drawing/2014/main" id="{C64A5E5B-F668-805F-7859-DE7FF05A34F6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3" name="Rectangle 452">
            <a:extLst>
              <a:ext uri="{FF2B5EF4-FFF2-40B4-BE49-F238E27FC236}">
                <a16:creationId xmlns:a16="http://schemas.microsoft.com/office/drawing/2014/main" id="{9CA9C2F7-B504-309B-4CFA-33ACEA4CCB0E}"/>
              </a:ext>
            </a:extLst>
          </p:cNvPr>
          <p:cNvSpPr/>
          <p:nvPr/>
        </p:nvSpPr>
        <p:spPr>
          <a:xfrm>
            <a:off x="1941575" y="3350059"/>
            <a:ext cx="500184" cy="549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EF8AE4B-7F5E-4C6B-8E52-38CB462E0204}"/>
              </a:ext>
            </a:extLst>
          </p:cNvPr>
          <p:cNvSpPr/>
          <p:nvPr/>
        </p:nvSpPr>
        <p:spPr>
          <a:xfrm>
            <a:off x="1949473" y="2958076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47E5E8-59FD-31B5-F10B-29AD6474362E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87;p35">
            <a:extLst>
              <a:ext uri="{FF2B5EF4-FFF2-40B4-BE49-F238E27FC236}">
                <a16:creationId xmlns:a16="http://schemas.microsoft.com/office/drawing/2014/main" id="{F54BF01D-FFCF-BF45-5F6A-5FFDA4F63671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488;p35">
            <a:extLst>
              <a:ext uri="{FF2B5EF4-FFF2-40B4-BE49-F238E27FC236}">
                <a16:creationId xmlns:a16="http://schemas.microsoft.com/office/drawing/2014/main" id="{1E54F76D-FD1D-218A-C0CF-6C163451AC03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991873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4103471D-734D-9817-4375-538FB020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8F58098F-6011-E497-A9A1-BD10F8E3A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9A0CA4F2-08DC-2D05-B0E6-06BBD46B38F3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d11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1F2CE77B-F68C-B612-85ED-D70A1A227F76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8F82EB0C-7C5A-715B-6360-2F9AF3590AF5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9643AE42-7F47-749E-C5CF-49AB875F8113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BA9DAD6A-EBD6-FB01-6BC9-0D7C710C86E5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BDEEB2F0-9084-146A-9A85-1EEDB4048D5A}"/>
              </a:ext>
            </a:extLst>
          </p:cNvPr>
          <p:cNvSpPr txBox="1"/>
          <p:nvPr/>
        </p:nvSpPr>
        <p:spPr>
          <a:xfrm>
            <a:off x="3192784" y="1748950"/>
            <a:ext cx="5846592" cy="263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d11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 err="1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Status_Infected_vs_Uninfected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8C602C-954F-1086-2067-8F874161927C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1" name="Google Shape;489;p35">
              <a:extLst>
                <a:ext uri="{FF2B5EF4-FFF2-40B4-BE49-F238E27FC236}">
                  <a16:creationId xmlns:a16="http://schemas.microsoft.com/office/drawing/2014/main" id="{265004A6-E473-178A-9E5B-1FBB0593862B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2" name="Google Shape;490;p35">
              <a:extLst>
                <a:ext uri="{FF2B5EF4-FFF2-40B4-BE49-F238E27FC236}">
                  <a16:creationId xmlns:a16="http://schemas.microsoft.com/office/drawing/2014/main" id="{22BA3C96-F818-E3A2-B686-56288D6C51DA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92;p35">
              <a:extLst>
                <a:ext uri="{FF2B5EF4-FFF2-40B4-BE49-F238E27FC236}">
                  <a16:creationId xmlns:a16="http://schemas.microsoft.com/office/drawing/2014/main" id="{1A749B76-9D83-044A-99E4-AD610184EE61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4" name="Google Shape;493;p35">
              <a:extLst>
                <a:ext uri="{FF2B5EF4-FFF2-40B4-BE49-F238E27FC236}">
                  <a16:creationId xmlns:a16="http://schemas.microsoft.com/office/drawing/2014/main" id="{FD2F30A0-E21D-6848-0CC6-13E0AD43B782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" name="Google Shape;494;p35">
              <a:extLst>
                <a:ext uri="{FF2B5EF4-FFF2-40B4-BE49-F238E27FC236}">
                  <a16:creationId xmlns:a16="http://schemas.microsoft.com/office/drawing/2014/main" id="{41A84AC0-320B-3495-3DD3-C44BF2A66902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6" name="Google Shape;495;p35">
              <a:extLst>
                <a:ext uri="{FF2B5EF4-FFF2-40B4-BE49-F238E27FC236}">
                  <a16:creationId xmlns:a16="http://schemas.microsoft.com/office/drawing/2014/main" id="{099CC465-9F84-5DB4-F958-2122B49A976D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496;p35">
              <a:extLst>
                <a:ext uri="{FF2B5EF4-FFF2-40B4-BE49-F238E27FC236}">
                  <a16:creationId xmlns:a16="http://schemas.microsoft.com/office/drawing/2014/main" id="{FE10C73E-10FF-414F-BB96-0F4C05D011E1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8" name="Google Shape;497;p35">
              <a:extLst>
                <a:ext uri="{FF2B5EF4-FFF2-40B4-BE49-F238E27FC236}">
                  <a16:creationId xmlns:a16="http://schemas.microsoft.com/office/drawing/2014/main" id="{776DDF78-FB04-36F0-E34F-0C280059B41F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9" name="Google Shape;498;p35">
              <a:extLst>
                <a:ext uri="{FF2B5EF4-FFF2-40B4-BE49-F238E27FC236}">
                  <a16:creationId xmlns:a16="http://schemas.microsoft.com/office/drawing/2014/main" id="{C8DEDCBC-1763-9484-6A4C-943D2E0CF793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1" name="Google Shape;499;p35">
                <a:extLst>
                  <a:ext uri="{FF2B5EF4-FFF2-40B4-BE49-F238E27FC236}">
                    <a16:creationId xmlns:a16="http://schemas.microsoft.com/office/drawing/2014/main" id="{57730C6F-5A6B-3B9E-AA7B-A9ACFB7FAA77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500;p35">
                <a:extLst>
                  <a:ext uri="{FF2B5EF4-FFF2-40B4-BE49-F238E27FC236}">
                    <a16:creationId xmlns:a16="http://schemas.microsoft.com/office/drawing/2014/main" id="{45EA2DA5-A201-A04B-4A9C-D7F4F19A2785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1;p35">
              <a:extLst>
                <a:ext uri="{FF2B5EF4-FFF2-40B4-BE49-F238E27FC236}">
                  <a16:creationId xmlns:a16="http://schemas.microsoft.com/office/drawing/2014/main" id="{5E0C512A-9AFA-D925-F243-A99C5887547C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9" name="Google Shape;502;p35">
                <a:extLst>
                  <a:ext uri="{FF2B5EF4-FFF2-40B4-BE49-F238E27FC236}">
                    <a16:creationId xmlns:a16="http://schemas.microsoft.com/office/drawing/2014/main" id="{19837A21-2407-AC4A-3DC7-576D00A6966A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503;p35">
                <a:extLst>
                  <a:ext uri="{FF2B5EF4-FFF2-40B4-BE49-F238E27FC236}">
                    <a16:creationId xmlns:a16="http://schemas.microsoft.com/office/drawing/2014/main" id="{251CFB6B-A99A-E2DB-B906-C74EFAE7B207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" name="Google Shape;504;p35">
              <a:extLst>
                <a:ext uri="{FF2B5EF4-FFF2-40B4-BE49-F238E27FC236}">
                  <a16:creationId xmlns:a16="http://schemas.microsoft.com/office/drawing/2014/main" id="{AD4163E6-4170-C4BA-60BF-7CC0C77F867E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505;p35">
              <a:extLst>
                <a:ext uri="{FF2B5EF4-FFF2-40B4-BE49-F238E27FC236}">
                  <a16:creationId xmlns:a16="http://schemas.microsoft.com/office/drawing/2014/main" id="{9064BD69-7DD8-7754-EAAE-2C9639577BCB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" name="Google Shape;506;p35">
              <a:extLst>
                <a:ext uri="{FF2B5EF4-FFF2-40B4-BE49-F238E27FC236}">
                  <a16:creationId xmlns:a16="http://schemas.microsoft.com/office/drawing/2014/main" id="{E233426E-F4AB-6FFF-47C5-3575C4A022A3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" name="Google Shape;507;p35">
              <a:extLst>
                <a:ext uri="{FF2B5EF4-FFF2-40B4-BE49-F238E27FC236}">
                  <a16:creationId xmlns:a16="http://schemas.microsoft.com/office/drawing/2014/main" id="{6EF894F3-1994-3D1A-B852-7F999F95FA63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Google Shape;510;p35">
              <a:extLst>
                <a:ext uri="{FF2B5EF4-FFF2-40B4-BE49-F238E27FC236}">
                  <a16:creationId xmlns:a16="http://schemas.microsoft.com/office/drawing/2014/main" id="{FC5C13DF-9D63-A5C6-1CDF-46A3E0549C33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" name="Google Shape;511;p35">
              <a:extLst>
                <a:ext uri="{FF2B5EF4-FFF2-40B4-BE49-F238E27FC236}">
                  <a16:creationId xmlns:a16="http://schemas.microsoft.com/office/drawing/2014/main" id="{A0556002-5BC9-6F55-AC95-11543AFD71B0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3" name="Google Shape;512;p35">
                <a:extLst>
                  <a:ext uri="{FF2B5EF4-FFF2-40B4-BE49-F238E27FC236}">
                    <a16:creationId xmlns:a16="http://schemas.microsoft.com/office/drawing/2014/main" id="{452A08F6-76F9-9C26-9F34-D18E96E03131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513;p35">
                <a:extLst>
                  <a:ext uri="{FF2B5EF4-FFF2-40B4-BE49-F238E27FC236}">
                    <a16:creationId xmlns:a16="http://schemas.microsoft.com/office/drawing/2014/main" id="{22D5A71A-5C25-FC93-5AF6-0C65E2986CC7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14;p35">
              <a:extLst>
                <a:ext uri="{FF2B5EF4-FFF2-40B4-BE49-F238E27FC236}">
                  <a16:creationId xmlns:a16="http://schemas.microsoft.com/office/drawing/2014/main" id="{9E399420-AD5C-4A70-DBBE-0A4DDDEA1042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5;p35">
              <a:extLst>
                <a:ext uri="{FF2B5EF4-FFF2-40B4-BE49-F238E27FC236}">
                  <a16:creationId xmlns:a16="http://schemas.microsoft.com/office/drawing/2014/main" id="{D9C112F6-DA9F-85CA-482E-520A88063F29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16;p35">
              <a:extLst>
                <a:ext uri="{FF2B5EF4-FFF2-40B4-BE49-F238E27FC236}">
                  <a16:creationId xmlns:a16="http://schemas.microsoft.com/office/drawing/2014/main" id="{443A84AF-D0ED-0C02-134F-440FB9F5E9EF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" name="Google Shape;517;p35">
              <a:extLst>
                <a:ext uri="{FF2B5EF4-FFF2-40B4-BE49-F238E27FC236}">
                  <a16:creationId xmlns:a16="http://schemas.microsoft.com/office/drawing/2014/main" id="{8ADB2CC4-919D-CD30-E87F-904ADCC4E10D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61" name="Google Shape;497;p35">
              <a:extLst>
                <a:ext uri="{FF2B5EF4-FFF2-40B4-BE49-F238E27FC236}">
                  <a16:creationId xmlns:a16="http://schemas.microsoft.com/office/drawing/2014/main" id="{1C56B4CC-EED6-4CC0-3F98-0C7FEEB0450E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2" name="Google Shape;507;p35">
              <a:extLst>
                <a:ext uri="{FF2B5EF4-FFF2-40B4-BE49-F238E27FC236}">
                  <a16:creationId xmlns:a16="http://schemas.microsoft.com/office/drawing/2014/main" id="{D5DC8261-372E-A3D1-2D5A-CFCABC899797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3" name="Rectangle 452">
            <a:extLst>
              <a:ext uri="{FF2B5EF4-FFF2-40B4-BE49-F238E27FC236}">
                <a16:creationId xmlns:a16="http://schemas.microsoft.com/office/drawing/2014/main" id="{335DB98A-A5E1-99B0-E42C-6C79BE38CC92}"/>
              </a:ext>
            </a:extLst>
          </p:cNvPr>
          <p:cNvSpPr/>
          <p:nvPr/>
        </p:nvSpPr>
        <p:spPr>
          <a:xfrm>
            <a:off x="1941575" y="3350059"/>
            <a:ext cx="500184" cy="549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BCFCB3-E63D-DE2F-133A-631D7DAA9AAB}"/>
              </a:ext>
            </a:extLst>
          </p:cNvPr>
          <p:cNvSpPr/>
          <p:nvPr/>
        </p:nvSpPr>
        <p:spPr>
          <a:xfrm>
            <a:off x="1949473" y="2958076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96C85F-1BD7-4682-52BA-440AE3A15374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87;p35">
            <a:extLst>
              <a:ext uri="{FF2B5EF4-FFF2-40B4-BE49-F238E27FC236}">
                <a16:creationId xmlns:a16="http://schemas.microsoft.com/office/drawing/2014/main" id="{D3D78D7C-61B8-27BD-07DA-C9FAF0D6421D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488;p35">
            <a:extLst>
              <a:ext uri="{FF2B5EF4-FFF2-40B4-BE49-F238E27FC236}">
                <a16:creationId xmlns:a16="http://schemas.microsoft.com/office/drawing/2014/main" id="{1BDC36F3-C380-5EA4-7CFC-1C3D3A8DD5D4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52134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EFD7A5FE-01F9-21D1-5E49-FE3A581B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78B267BF-C743-59DB-E7FE-93C7E9327D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CE64159E-6488-D107-8CF1-A63C69090E88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d11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47ED8C03-51C6-4433-6D97-FA603065CAF2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8713C26B-EDBB-CA05-0E2D-D4F6A8D8BB27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84177082-825F-6F7B-0A91-B59ECD243AA3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A8E6F1E4-99FD-F71A-8461-1AB6EAEB5632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569C36B4-76F5-DC9B-1D50-CB1BB934B2F7}"/>
              </a:ext>
            </a:extLst>
          </p:cNvPr>
          <p:cNvSpPr txBox="1"/>
          <p:nvPr/>
        </p:nvSpPr>
        <p:spPr>
          <a:xfrm>
            <a:off x="3192784" y="1748950"/>
            <a:ext cx="5846592" cy="263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d11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d11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)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 err="1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Status_Infected_vs_Uninfected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D5F50F-E501-B810-9B3A-9DBDEB686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333" b="47714"/>
          <a:stretch>
            <a:fillRect/>
          </a:stretch>
        </p:blipFill>
        <p:spPr>
          <a:xfrm>
            <a:off x="3205580" y="4120912"/>
            <a:ext cx="5623514" cy="552917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8DE5FBA-401B-3BED-2E3E-7A81816229CB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1" name="Google Shape;489;p35">
              <a:extLst>
                <a:ext uri="{FF2B5EF4-FFF2-40B4-BE49-F238E27FC236}">
                  <a16:creationId xmlns:a16="http://schemas.microsoft.com/office/drawing/2014/main" id="{DD0B9E79-C2DF-7B49-1FDD-F168879DFAF5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2" name="Google Shape;490;p35">
              <a:extLst>
                <a:ext uri="{FF2B5EF4-FFF2-40B4-BE49-F238E27FC236}">
                  <a16:creationId xmlns:a16="http://schemas.microsoft.com/office/drawing/2014/main" id="{FD5E4472-BA4A-5C97-34FB-8E0C360351B0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92;p35">
              <a:extLst>
                <a:ext uri="{FF2B5EF4-FFF2-40B4-BE49-F238E27FC236}">
                  <a16:creationId xmlns:a16="http://schemas.microsoft.com/office/drawing/2014/main" id="{A6B282CB-4A33-F944-0CA4-3FE6BF42636D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4" name="Google Shape;493;p35">
              <a:extLst>
                <a:ext uri="{FF2B5EF4-FFF2-40B4-BE49-F238E27FC236}">
                  <a16:creationId xmlns:a16="http://schemas.microsoft.com/office/drawing/2014/main" id="{CD73904B-3652-BC37-12DE-6011C2D8B357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" name="Google Shape;494;p35">
              <a:extLst>
                <a:ext uri="{FF2B5EF4-FFF2-40B4-BE49-F238E27FC236}">
                  <a16:creationId xmlns:a16="http://schemas.microsoft.com/office/drawing/2014/main" id="{A72F27E9-9081-6AD9-30E2-755F1F6F0C1D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6" name="Google Shape;495;p35">
              <a:extLst>
                <a:ext uri="{FF2B5EF4-FFF2-40B4-BE49-F238E27FC236}">
                  <a16:creationId xmlns:a16="http://schemas.microsoft.com/office/drawing/2014/main" id="{8C1E2FC3-7AC9-44AA-9B9C-7FD03F225B76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496;p35">
              <a:extLst>
                <a:ext uri="{FF2B5EF4-FFF2-40B4-BE49-F238E27FC236}">
                  <a16:creationId xmlns:a16="http://schemas.microsoft.com/office/drawing/2014/main" id="{88A909C3-E3A6-5ACF-03AB-97F5996FFBD7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8" name="Google Shape;497;p35">
              <a:extLst>
                <a:ext uri="{FF2B5EF4-FFF2-40B4-BE49-F238E27FC236}">
                  <a16:creationId xmlns:a16="http://schemas.microsoft.com/office/drawing/2014/main" id="{12ECA7DB-1B40-87C7-1461-B48C4D3C845E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9" name="Google Shape;498;p35">
              <a:extLst>
                <a:ext uri="{FF2B5EF4-FFF2-40B4-BE49-F238E27FC236}">
                  <a16:creationId xmlns:a16="http://schemas.microsoft.com/office/drawing/2014/main" id="{31E1FD97-D154-DB25-31FD-752CDE78E116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1" name="Google Shape;499;p35">
                <a:extLst>
                  <a:ext uri="{FF2B5EF4-FFF2-40B4-BE49-F238E27FC236}">
                    <a16:creationId xmlns:a16="http://schemas.microsoft.com/office/drawing/2014/main" id="{45DDF9AF-7665-A9AC-4CDB-0FEAE14B828F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500;p35">
                <a:extLst>
                  <a:ext uri="{FF2B5EF4-FFF2-40B4-BE49-F238E27FC236}">
                    <a16:creationId xmlns:a16="http://schemas.microsoft.com/office/drawing/2014/main" id="{6A0D8B04-6641-D472-89A7-8D4EFD063ECE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1;p35">
              <a:extLst>
                <a:ext uri="{FF2B5EF4-FFF2-40B4-BE49-F238E27FC236}">
                  <a16:creationId xmlns:a16="http://schemas.microsoft.com/office/drawing/2014/main" id="{19D434C2-5DCB-EB94-2286-9F5F22E05302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9" name="Google Shape;502;p35">
                <a:extLst>
                  <a:ext uri="{FF2B5EF4-FFF2-40B4-BE49-F238E27FC236}">
                    <a16:creationId xmlns:a16="http://schemas.microsoft.com/office/drawing/2014/main" id="{2437871B-2EA0-5828-675B-B303147706C0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503;p35">
                <a:extLst>
                  <a:ext uri="{FF2B5EF4-FFF2-40B4-BE49-F238E27FC236}">
                    <a16:creationId xmlns:a16="http://schemas.microsoft.com/office/drawing/2014/main" id="{982CD5A2-FDBB-7488-C4CF-7D32749FAFF1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" name="Google Shape;504;p35">
              <a:extLst>
                <a:ext uri="{FF2B5EF4-FFF2-40B4-BE49-F238E27FC236}">
                  <a16:creationId xmlns:a16="http://schemas.microsoft.com/office/drawing/2014/main" id="{20351CC5-29D2-F66A-5B38-CF7C57ABC71C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505;p35">
              <a:extLst>
                <a:ext uri="{FF2B5EF4-FFF2-40B4-BE49-F238E27FC236}">
                  <a16:creationId xmlns:a16="http://schemas.microsoft.com/office/drawing/2014/main" id="{C4B8F5D9-D69A-9434-C604-A665FC0BE7B3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" name="Google Shape;506;p35">
              <a:extLst>
                <a:ext uri="{FF2B5EF4-FFF2-40B4-BE49-F238E27FC236}">
                  <a16:creationId xmlns:a16="http://schemas.microsoft.com/office/drawing/2014/main" id="{ADF310B6-EE62-2C6E-DFA5-D9EE6F9D80EB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" name="Google Shape;507;p35">
              <a:extLst>
                <a:ext uri="{FF2B5EF4-FFF2-40B4-BE49-F238E27FC236}">
                  <a16:creationId xmlns:a16="http://schemas.microsoft.com/office/drawing/2014/main" id="{DA57DADB-8F6D-3CD6-9924-AB197C3D40CE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Google Shape;510;p35">
              <a:extLst>
                <a:ext uri="{FF2B5EF4-FFF2-40B4-BE49-F238E27FC236}">
                  <a16:creationId xmlns:a16="http://schemas.microsoft.com/office/drawing/2014/main" id="{CEF55CC0-F4D2-1C94-4746-5A01B8BA90A8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" name="Google Shape;511;p35">
              <a:extLst>
                <a:ext uri="{FF2B5EF4-FFF2-40B4-BE49-F238E27FC236}">
                  <a16:creationId xmlns:a16="http://schemas.microsoft.com/office/drawing/2014/main" id="{0A99C124-C03F-E964-357E-B45E7E50206B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3" name="Google Shape;512;p35">
                <a:extLst>
                  <a:ext uri="{FF2B5EF4-FFF2-40B4-BE49-F238E27FC236}">
                    <a16:creationId xmlns:a16="http://schemas.microsoft.com/office/drawing/2014/main" id="{C2E2002E-46EB-E10B-D496-67D374B29C76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513;p35">
                <a:extLst>
                  <a:ext uri="{FF2B5EF4-FFF2-40B4-BE49-F238E27FC236}">
                    <a16:creationId xmlns:a16="http://schemas.microsoft.com/office/drawing/2014/main" id="{2777DDC4-04D6-DC71-0496-40E3118DA873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" name="Google Shape;514;p35">
              <a:extLst>
                <a:ext uri="{FF2B5EF4-FFF2-40B4-BE49-F238E27FC236}">
                  <a16:creationId xmlns:a16="http://schemas.microsoft.com/office/drawing/2014/main" id="{6C5A9A66-C95C-877B-64DF-616EFFAC1731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5;p35">
              <a:extLst>
                <a:ext uri="{FF2B5EF4-FFF2-40B4-BE49-F238E27FC236}">
                  <a16:creationId xmlns:a16="http://schemas.microsoft.com/office/drawing/2014/main" id="{DF17C89A-86A0-1750-6F78-1793E8A4B6CB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16;p35">
              <a:extLst>
                <a:ext uri="{FF2B5EF4-FFF2-40B4-BE49-F238E27FC236}">
                  <a16:creationId xmlns:a16="http://schemas.microsoft.com/office/drawing/2014/main" id="{A21B25C2-219E-67D8-E511-B9D1A6CECDA7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" name="Google Shape;517;p35">
              <a:extLst>
                <a:ext uri="{FF2B5EF4-FFF2-40B4-BE49-F238E27FC236}">
                  <a16:creationId xmlns:a16="http://schemas.microsoft.com/office/drawing/2014/main" id="{9825BE83-A149-9674-1124-CA87D1FCC3F2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  <p:sp>
          <p:nvSpPr>
            <p:cNvPr id="61" name="Google Shape;497;p35">
              <a:extLst>
                <a:ext uri="{FF2B5EF4-FFF2-40B4-BE49-F238E27FC236}">
                  <a16:creationId xmlns:a16="http://schemas.microsoft.com/office/drawing/2014/main" id="{70D98EFA-4764-CBFD-52B4-561605290719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2" name="Google Shape;507;p35">
              <a:extLst>
                <a:ext uri="{FF2B5EF4-FFF2-40B4-BE49-F238E27FC236}">
                  <a16:creationId xmlns:a16="http://schemas.microsoft.com/office/drawing/2014/main" id="{D7DFFA9C-8BC8-CD32-6C4B-D7EB00113F7B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3" name="Rectangle 452">
            <a:extLst>
              <a:ext uri="{FF2B5EF4-FFF2-40B4-BE49-F238E27FC236}">
                <a16:creationId xmlns:a16="http://schemas.microsoft.com/office/drawing/2014/main" id="{184C3BDC-ECB3-E203-B932-674FF339EF9B}"/>
              </a:ext>
            </a:extLst>
          </p:cNvPr>
          <p:cNvSpPr/>
          <p:nvPr/>
        </p:nvSpPr>
        <p:spPr>
          <a:xfrm>
            <a:off x="1941575" y="3350059"/>
            <a:ext cx="500184" cy="549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2F0F9F8-0FD1-19B5-4E15-3E7949C17AD3}"/>
              </a:ext>
            </a:extLst>
          </p:cNvPr>
          <p:cNvSpPr/>
          <p:nvPr/>
        </p:nvSpPr>
        <p:spPr>
          <a:xfrm>
            <a:off x="1949473" y="2958076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11F25F-E2E2-1AB0-7DC3-E1C45EA00976}"/>
              </a:ext>
            </a:extLst>
          </p:cNvPr>
          <p:cNvSpPr/>
          <p:nvPr/>
        </p:nvSpPr>
        <p:spPr>
          <a:xfrm>
            <a:off x="737327" y="3674908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487;p35">
            <a:extLst>
              <a:ext uri="{FF2B5EF4-FFF2-40B4-BE49-F238E27FC236}">
                <a16:creationId xmlns:a16="http://schemas.microsoft.com/office/drawing/2014/main" id="{BBFC7E5D-6CD8-CACA-AFF2-8478A16BD2D7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Google Shape;488;p35">
            <a:extLst>
              <a:ext uri="{FF2B5EF4-FFF2-40B4-BE49-F238E27FC236}">
                <a16:creationId xmlns:a16="http://schemas.microsoft.com/office/drawing/2014/main" id="{1D6C369C-9E11-50CA-89A2-3001E79349C2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404733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CFC1F359-3121-C824-4098-A7B99F7D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0BDD5387-DF30-A4E3-105E-FA9D6C245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87" name="Google Shape;487;p35">
            <a:extLst>
              <a:ext uri="{FF2B5EF4-FFF2-40B4-BE49-F238E27FC236}">
                <a16:creationId xmlns:a16="http://schemas.microsoft.com/office/drawing/2014/main" id="{04A9C6B9-0270-F8EB-F523-74CD1B5C4027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8" name="Google Shape;488;p35">
            <a:extLst>
              <a:ext uri="{FF2B5EF4-FFF2-40B4-BE49-F238E27FC236}">
                <a16:creationId xmlns:a16="http://schemas.microsoft.com/office/drawing/2014/main" id="{2E302014-7525-075A-DAD9-F0E0B433F289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33D11FAE-B00E-F430-B691-ED6DA462B936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d33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3D5735B4-CC32-EDAC-CD8F-A5CC706D5F86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81350427-16D0-28B5-C0BB-14F9860220FF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CE265678-3D35-4E5A-89EB-63C0F575CB01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F6D1F8D0-113E-4813-A4D4-CE5509E2A204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EBF23E1A-0CE2-A62E-DDA1-D3CC2903DAC9}"/>
              </a:ext>
            </a:extLst>
          </p:cNvPr>
          <p:cNvSpPr txBox="1"/>
          <p:nvPr/>
        </p:nvSpPr>
        <p:spPr>
          <a:xfrm>
            <a:off x="3192784" y="1748950"/>
            <a:ext cx="5846592" cy="169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endParaRPr lang="en-GB" sz="1600" b="1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2364712-A01D-EB17-0AD4-311B11E110DE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0" name="Google Shape;489;p35">
              <a:extLst>
                <a:ext uri="{FF2B5EF4-FFF2-40B4-BE49-F238E27FC236}">
                  <a16:creationId xmlns:a16="http://schemas.microsoft.com/office/drawing/2014/main" id="{446FAF97-9A4D-AC2B-5CDC-CBC5CB5D1D8F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1" name="Google Shape;490;p35">
              <a:extLst>
                <a:ext uri="{FF2B5EF4-FFF2-40B4-BE49-F238E27FC236}">
                  <a16:creationId xmlns:a16="http://schemas.microsoft.com/office/drawing/2014/main" id="{641BA9C1-154D-7090-8063-89F5BD0AC133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2;p35">
              <a:extLst>
                <a:ext uri="{FF2B5EF4-FFF2-40B4-BE49-F238E27FC236}">
                  <a16:creationId xmlns:a16="http://schemas.microsoft.com/office/drawing/2014/main" id="{C611DB2F-92D8-1CB7-D0B7-74E6C9E7C394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3" name="Google Shape;493;p35">
              <a:extLst>
                <a:ext uri="{FF2B5EF4-FFF2-40B4-BE49-F238E27FC236}">
                  <a16:creationId xmlns:a16="http://schemas.microsoft.com/office/drawing/2014/main" id="{59F2529D-2D88-7C12-43FB-CDCE1EDBCD22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4" name="Google Shape;494;p35">
              <a:extLst>
                <a:ext uri="{FF2B5EF4-FFF2-40B4-BE49-F238E27FC236}">
                  <a16:creationId xmlns:a16="http://schemas.microsoft.com/office/drawing/2014/main" id="{7928A297-DB94-54F4-D2FA-61BDE2E29672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5" name="Google Shape;495;p35">
              <a:extLst>
                <a:ext uri="{FF2B5EF4-FFF2-40B4-BE49-F238E27FC236}">
                  <a16:creationId xmlns:a16="http://schemas.microsoft.com/office/drawing/2014/main" id="{F816D1D6-2642-69A3-2A07-F4B1EBC27C12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496;p35">
              <a:extLst>
                <a:ext uri="{FF2B5EF4-FFF2-40B4-BE49-F238E27FC236}">
                  <a16:creationId xmlns:a16="http://schemas.microsoft.com/office/drawing/2014/main" id="{3801CC92-8965-E09B-6120-CCFFA89957C5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7" name="Google Shape;497;p35">
              <a:extLst>
                <a:ext uri="{FF2B5EF4-FFF2-40B4-BE49-F238E27FC236}">
                  <a16:creationId xmlns:a16="http://schemas.microsoft.com/office/drawing/2014/main" id="{F989A02E-ED5E-72B9-A6C6-F99B5E86E4A5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8" name="Google Shape;498;p35">
              <a:extLst>
                <a:ext uri="{FF2B5EF4-FFF2-40B4-BE49-F238E27FC236}">
                  <a16:creationId xmlns:a16="http://schemas.microsoft.com/office/drawing/2014/main" id="{D55E2D4C-9AB7-50B3-93AC-472CF148E392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0" name="Google Shape;499;p35">
                <a:extLst>
                  <a:ext uri="{FF2B5EF4-FFF2-40B4-BE49-F238E27FC236}">
                    <a16:creationId xmlns:a16="http://schemas.microsoft.com/office/drawing/2014/main" id="{F7426A93-4628-7BBD-0BC4-CB5A6095763A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500;p35">
                <a:extLst>
                  <a:ext uri="{FF2B5EF4-FFF2-40B4-BE49-F238E27FC236}">
                    <a16:creationId xmlns:a16="http://schemas.microsoft.com/office/drawing/2014/main" id="{258D3ADB-F4A0-539B-BA27-F8BCF64F0638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501;p35">
              <a:extLst>
                <a:ext uri="{FF2B5EF4-FFF2-40B4-BE49-F238E27FC236}">
                  <a16:creationId xmlns:a16="http://schemas.microsoft.com/office/drawing/2014/main" id="{E30EE14B-414B-E731-6036-298BEE56F23A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8" name="Google Shape;502;p35">
                <a:extLst>
                  <a:ext uri="{FF2B5EF4-FFF2-40B4-BE49-F238E27FC236}">
                    <a16:creationId xmlns:a16="http://schemas.microsoft.com/office/drawing/2014/main" id="{BF7074B4-54A0-1137-257A-CBB4EC18F1BC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503;p35">
                <a:extLst>
                  <a:ext uri="{FF2B5EF4-FFF2-40B4-BE49-F238E27FC236}">
                    <a16:creationId xmlns:a16="http://schemas.microsoft.com/office/drawing/2014/main" id="{0A480119-3020-1E6C-14AA-5E1BC8998581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" name="Google Shape;504;p35">
              <a:extLst>
                <a:ext uri="{FF2B5EF4-FFF2-40B4-BE49-F238E27FC236}">
                  <a16:creationId xmlns:a16="http://schemas.microsoft.com/office/drawing/2014/main" id="{C2CC307F-872E-613E-A35D-37CAE435DD60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505;p35">
              <a:extLst>
                <a:ext uri="{FF2B5EF4-FFF2-40B4-BE49-F238E27FC236}">
                  <a16:creationId xmlns:a16="http://schemas.microsoft.com/office/drawing/2014/main" id="{1F6ED687-2D35-9B69-7C50-8A83AFF0270A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" name="Google Shape;506;p35">
              <a:extLst>
                <a:ext uri="{FF2B5EF4-FFF2-40B4-BE49-F238E27FC236}">
                  <a16:creationId xmlns:a16="http://schemas.microsoft.com/office/drawing/2014/main" id="{D6EA5CCC-72D6-9236-058D-5E0632D57EA4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507;p35">
              <a:extLst>
                <a:ext uri="{FF2B5EF4-FFF2-40B4-BE49-F238E27FC236}">
                  <a16:creationId xmlns:a16="http://schemas.microsoft.com/office/drawing/2014/main" id="{52B11EA9-51E4-6E31-F096-4EAC315D5CF5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Google Shape;510;p35">
              <a:extLst>
                <a:ext uri="{FF2B5EF4-FFF2-40B4-BE49-F238E27FC236}">
                  <a16:creationId xmlns:a16="http://schemas.microsoft.com/office/drawing/2014/main" id="{4B595847-20FD-2921-6D8B-05AF71B1A5FD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" name="Google Shape;511;p35">
              <a:extLst>
                <a:ext uri="{FF2B5EF4-FFF2-40B4-BE49-F238E27FC236}">
                  <a16:creationId xmlns:a16="http://schemas.microsoft.com/office/drawing/2014/main" id="{7CDF4455-9570-0825-DEC2-9082DE5F8C95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2" name="Google Shape;512;p35">
                <a:extLst>
                  <a:ext uri="{FF2B5EF4-FFF2-40B4-BE49-F238E27FC236}">
                    <a16:creationId xmlns:a16="http://schemas.microsoft.com/office/drawing/2014/main" id="{75B1D29A-B8A0-DE88-5344-88078A094242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13;p35">
                <a:extLst>
                  <a:ext uri="{FF2B5EF4-FFF2-40B4-BE49-F238E27FC236}">
                    <a16:creationId xmlns:a16="http://schemas.microsoft.com/office/drawing/2014/main" id="{1DE8C67F-1769-7049-DE39-7B8D9C084A6B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6" name="Google Shape;514;p35">
              <a:extLst>
                <a:ext uri="{FF2B5EF4-FFF2-40B4-BE49-F238E27FC236}">
                  <a16:creationId xmlns:a16="http://schemas.microsoft.com/office/drawing/2014/main" id="{849CA4CB-F863-F1C5-606D-244709508D8F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15;p35">
              <a:extLst>
                <a:ext uri="{FF2B5EF4-FFF2-40B4-BE49-F238E27FC236}">
                  <a16:creationId xmlns:a16="http://schemas.microsoft.com/office/drawing/2014/main" id="{309A1C8B-6BBB-B93D-2F84-6E0F2CD3484A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6;p35">
              <a:extLst>
                <a:ext uri="{FF2B5EF4-FFF2-40B4-BE49-F238E27FC236}">
                  <a16:creationId xmlns:a16="http://schemas.microsoft.com/office/drawing/2014/main" id="{43B5BE33-E6C8-BC84-882C-D7DA0B785568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17;p35">
              <a:extLst>
                <a:ext uri="{FF2B5EF4-FFF2-40B4-BE49-F238E27FC236}">
                  <a16:creationId xmlns:a16="http://schemas.microsoft.com/office/drawing/2014/main" id="{809A98DC-B9B7-C385-517B-106FE6C90C7B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0" name="Google Shape;497;p35">
              <a:extLst>
                <a:ext uri="{FF2B5EF4-FFF2-40B4-BE49-F238E27FC236}">
                  <a16:creationId xmlns:a16="http://schemas.microsoft.com/office/drawing/2014/main" id="{32E79A44-525C-42A5-858B-A241E16F9A6B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1" name="Google Shape;507;p35">
              <a:extLst>
                <a:ext uri="{FF2B5EF4-FFF2-40B4-BE49-F238E27FC236}">
                  <a16:creationId xmlns:a16="http://schemas.microsoft.com/office/drawing/2014/main" id="{B365579C-3538-83FF-916A-23636A1617A3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4" name="Oval 453">
            <a:extLst>
              <a:ext uri="{FF2B5EF4-FFF2-40B4-BE49-F238E27FC236}">
                <a16:creationId xmlns:a16="http://schemas.microsoft.com/office/drawing/2014/main" id="{805094C5-DC07-FE15-78A9-4F136FA70C23}"/>
              </a:ext>
            </a:extLst>
          </p:cNvPr>
          <p:cNvSpPr/>
          <p:nvPr/>
        </p:nvSpPr>
        <p:spPr>
          <a:xfrm>
            <a:off x="1213299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C6376D00-B15C-E27C-AD20-4CCED747D9A8}"/>
              </a:ext>
            </a:extLst>
          </p:cNvPr>
          <p:cNvSpPr/>
          <p:nvPr/>
        </p:nvSpPr>
        <p:spPr>
          <a:xfrm>
            <a:off x="2510570" y="1631764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34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722C9F2A-E83A-5500-E85B-7E07077F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0C62B2A1-93EE-83C4-7AAE-0A8A77D86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19A19A5D-F07A-08E8-A19C-0CD15500BE33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d33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E26A946E-EDAB-D52A-D521-908A2FB90B80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5A73CDB9-469B-1331-2AF3-9850C6CB0EFE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B56F2674-ECE5-F459-5AB9-95D54CC7303F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D87346D2-24C5-0A08-CD73-20E8B98E3AAE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9CA91AE9-4CCC-35CB-D1CF-636B152B7914}"/>
              </a:ext>
            </a:extLst>
          </p:cNvPr>
          <p:cNvSpPr txBox="1"/>
          <p:nvPr/>
        </p:nvSpPr>
        <p:spPr>
          <a:xfrm>
            <a:off x="3192784" y="1748950"/>
            <a:ext cx="5846592" cy="235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-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="1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b="1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endParaRPr lang="en-GB" sz="1600" b="1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B794B9C-4128-A026-0AF4-1651C6752787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0" name="Google Shape;489;p35">
              <a:extLst>
                <a:ext uri="{FF2B5EF4-FFF2-40B4-BE49-F238E27FC236}">
                  <a16:creationId xmlns:a16="http://schemas.microsoft.com/office/drawing/2014/main" id="{E2B25641-2895-4D79-6E02-0788A2A2DADC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1" name="Google Shape;490;p35">
              <a:extLst>
                <a:ext uri="{FF2B5EF4-FFF2-40B4-BE49-F238E27FC236}">
                  <a16:creationId xmlns:a16="http://schemas.microsoft.com/office/drawing/2014/main" id="{AA76509F-B8EC-0009-B7E9-CBAEB5A92348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2;p35">
              <a:extLst>
                <a:ext uri="{FF2B5EF4-FFF2-40B4-BE49-F238E27FC236}">
                  <a16:creationId xmlns:a16="http://schemas.microsoft.com/office/drawing/2014/main" id="{B23B4FAE-87F4-847D-8938-46C1FD3E8F58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3" name="Google Shape;493;p35">
              <a:extLst>
                <a:ext uri="{FF2B5EF4-FFF2-40B4-BE49-F238E27FC236}">
                  <a16:creationId xmlns:a16="http://schemas.microsoft.com/office/drawing/2014/main" id="{54DD111D-B903-7540-F659-E849AC0B0C90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4" name="Google Shape;494;p35">
              <a:extLst>
                <a:ext uri="{FF2B5EF4-FFF2-40B4-BE49-F238E27FC236}">
                  <a16:creationId xmlns:a16="http://schemas.microsoft.com/office/drawing/2014/main" id="{33E8CA20-4F01-5C00-A9E0-ABB6B95A7D02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5" name="Google Shape;495;p35">
              <a:extLst>
                <a:ext uri="{FF2B5EF4-FFF2-40B4-BE49-F238E27FC236}">
                  <a16:creationId xmlns:a16="http://schemas.microsoft.com/office/drawing/2014/main" id="{702C4D3D-7ADE-7B1C-C95E-FDB04675DA8B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496;p35">
              <a:extLst>
                <a:ext uri="{FF2B5EF4-FFF2-40B4-BE49-F238E27FC236}">
                  <a16:creationId xmlns:a16="http://schemas.microsoft.com/office/drawing/2014/main" id="{ABBD648F-363B-02A9-AF80-3F355426BD61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7" name="Google Shape;497;p35">
              <a:extLst>
                <a:ext uri="{FF2B5EF4-FFF2-40B4-BE49-F238E27FC236}">
                  <a16:creationId xmlns:a16="http://schemas.microsoft.com/office/drawing/2014/main" id="{418FA90B-F6BF-183F-5F45-6D0EBD5A0EB6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8" name="Google Shape;498;p35">
              <a:extLst>
                <a:ext uri="{FF2B5EF4-FFF2-40B4-BE49-F238E27FC236}">
                  <a16:creationId xmlns:a16="http://schemas.microsoft.com/office/drawing/2014/main" id="{EFAC7CD2-7B1A-FC7C-BFED-9207D15205D5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0" name="Google Shape;499;p35">
                <a:extLst>
                  <a:ext uri="{FF2B5EF4-FFF2-40B4-BE49-F238E27FC236}">
                    <a16:creationId xmlns:a16="http://schemas.microsoft.com/office/drawing/2014/main" id="{62B7B461-7BE8-36BF-88E5-423465B8E8FA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500;p35">
                <a:extLst>
                  <a:ext uri="{FF2B5EF4-FFF2-40B4-BE49-F238E27FC236}">
                    <a16:creationId xmlns:a16="http://schemas.microsoft.com/office/drawing/2014/main" id="{A5FB12F9-70D0-B98E-D474-77E1B04A1EA1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501;p35">
              <a:extLst>
                <a:ext uri="{FF2B5EF4-FFF2-40B4-BE49-F238E27FC236}">
                  <a16:creationId xmlns:a16="http://schemas.microsoft.com/office/drawing/2014/main" id="{B5A48088-EA21-EB83-AD06-83F97713C2EC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8" name="Google Shape;502;p35">
                <a:extLst>
                  <a:ext uri="{FF2B5EF4-FFF2-40B4-BE49-F238E27FC236}">
                    <a16:creationId xmlns:a16="http://schemas.microsoft.com/office/drawing/2014/main" id="{6D5145D7-298F-BB30-E852-C711A3ECBDFF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503;p35">
                <a:extLst>
                  <a:ext uri="{FF2B5EF4-FFF2-40B4-BE49-F238E27FC236}">
                    <a16:creationId xmlns:a16="http://schemas.microsoft.com/office/drawing/2014/main" id="{C4D546C1-4BFF-635A-FB16-3C6EA9BA5050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" name="Google Shape;504;p35">
              <a:extLst>
                <a:ext uri="{FF2B5EF4-FFF2-40B4-BE49-F238E27FC236}">
                  <a16:creationId xmlns:a16="http://schemas.microsoft.com/office/drawing/2014/main" id="{122877AE-6D20-C82E-B7B5-25BC2183F68F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505;p35">
              <a:extLst>
                <a:ext uri="{FF2B5EF4-FFF2-40B4-BE49-F238E27FC236}">
                  <a16:creationId xmlns:a16="http://schemas.microsoft.com/office/drawing/2014/main" id="{3941DC12-29F8-FB4E-CB45-6CE7E576CE32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" name="Google Shape;506;p35">
              <a:extLst>
                <a:ext uri="{FF2B5EF4-FFF2-40B4-BE49-F238E27FC236}">
                  <a16:creationId xmlns:a16="http://schemas.microsoft.com/office/drawing/2014/main" id="{83A28BE5-69E0-75D3-644F-747AE33A5B6D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507;p35">
              <a:extLst>
                <a:ext uri="{FF2B5EF4-FFF2-40B4-BE49-F238E27FC236}">
                  <a16:creationId xmlns:a16="http://schemas.microsoft.com/office/drawing/2014/main" id="{B9239255-5020-9D26-2CCC-B32CF2C4917B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Google Shape;510;p35">
              <a:extLst>
                <a:ext uri="{FF2B5EF4-FFF2-40B4-BE49-F238E27FC236}">
                  <a16:creationId xmlns:a16="http://schemas.microsoft.com/office/drawing/2014/main" id="{868553BE-2EC4-C4B3-4DC6-2017E0E12CFD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" name="Google Shape;511;p35">
              <a:extLst>
                <a:ext uri="{FF2B5EF4-FFF2-40B4-BE49-F238E27FC236}">
                  <a16:creationId xmlns:a16="http://schemas.microsoft.com/office/drawing/2014/main" id="{D89B65B6-7354-3E6A-6E68-664892DC80A9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2" name="Google Shape;512;p35">
                <a:extLst>
                  <a:ext uri="{FF2B5EF4-FFF2-40B4-BE49-F238E27FC236}">
                    <a16:creationId xmlns:a16="http://schemas.microsoft.com/office/drawing/2014/main" id="{AB5D16F1-FDFD-FBAC-4A8F-A86ADD26B2A6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13;p35">
                <a:extLst>
                  <a:ext uri="{FF2B5EF4-FFF2-40B4-BE49-F238E27FC236}">
                    <a16:creationId xmlns:a16="http://schemas.microsoft.com/office/drawing/2014/main" id="{56C60A92-22CA-D301-7AA9-D6FABEFC04D1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6" name="Google Shape;514;p35">
              <a:extLst>
                <a:ext uri="{FF2B5EF4-FFF2-40B4-BE49-F238E27FC236}">
                  <a16:creationId xmlns:a16="http://schemas.microsoft.com/office/drawing/2014/main" id="{4C593DDE-3CF2-6AA4-EEE1-DC35908BEDBB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15;p35">
              <a:extLst>
                <a:ext uri="{FF2B5EF4-FFF2-40B4-BE49-F238E27FC236}">
                  <a16:creationId xmlns:a16="http://schemas.microsoft.com/office/drawing/2014/main" id="{D6B1DB3C-DC88-EED4-5795-CBDDBC92C7BB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6;p35">
              <a:extLst>
                <a:ext uri="{FF2B5EF4-FFF2-40B4-BE49-F238E27FC236}">
                  <a16:creationId xmlns:a16="http://schemas.microsoft.com/office/drawing/2014/main" id="{73CF930F-D438-3337-3062-84F882D7C4E3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17;p35">
              <a:extLst>
                <a:ext uri="{FF2B5EF4-FFF2-40B4-BE49-F238E27FC236}">
                  <a16:creationId xmlns:a16="http://schemas.microsoft.com/office/drawing/2014/main" id="{33C94ADF-E472-2C73-5EE4-A83E0F456FF0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0" name="Google Shape;497;p35">
              <a:extLst>
                <a:ext uri="{FF2B5EF4-FFF2-40B4-BE49-F238E27FC236}">
                  <a16:creationId xmlns:a16="http://schemas.microsoft.com/office/drawing/2014/main" id="{A93F04FE-5687-5299-5D7B-8C4AEE3AECB6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1" name="Google Shape;507;p35">
              <a:extLst>
                <a:ext uri="{FF2B5EF4-FFF2-40B4-BE49-F238E27FC236}">
                  <a16:creationId xmlns:a16="http://schemas.microsoft.com/office/drawing/2014/main" id="{7B31FABC-9E9A-36D5-5ED6-2EBF2DC25B71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5" name="Oval 454">
            <a:extLst>
              <a:ext uri="{FF2B5EF4-FFF2-40B4-BE49-F238E27FC236}">
                <a16:creationId xmlns:a16="http://schemas.microsoft.com/office/drawing/2014/main" id="{8B387AD2-62BE-C002-8121-1980EAC6F44D}"/>
              </a:ext>
            </a:extLst>
          </p:cNvPr>
          <p:cNvSpPr/>
          <p:nvPr/>
        </p:nvSpPr>
        <p:spPr>
          <a:xfrm>
            <a:off x="2510570" y="1631764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87;p35">
            <a:extLst>
              <a:ext uri="{FF2B5EF4-FFF2-40B4-BE49-F238E27FC236}">
                <a16:creationId xmlns:a16="http://schemas.microsoft.com/office/drawing/2014/main" id="{EDB61061-F3D5-0EE8-C985-052192F36B50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Google Shape;488;p35">
            <a:extLst>
              <a:ext uri="{FF2B5EF4-FFF2-40B4-BE49-F238E27FC236}">
                <a16:creationId xmlns:a16="http://schemas.microsoft.com/office/drawing/2014/main" id="{D66C5E0D-7781-EFF3-0C28-3CFB8B8D9C85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80062D-3CEC-8848-56E9-0A027369905B}"/>
              </a:ext>
            </a:extLst>
          </p:cNvPr>
          <p:cNvSpPr/>
          <p:nvPr/>
        </p:nvSpPr>
        <p:spPr>
          <a:xfrm>
            <a:off x="1213299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0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D89F3C46-6238-6785-AAD7-31B53864D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D65F1FE0-EDE8-2EDF-69E9-B325B2178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80BA6B33-602B-081A-71C8-F69735575F03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d33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FC581EC5-6F9B-BFB8-FBB8-16DF0017947A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9D0DEBAA-7D04-0BC8-39C2-7779C7D4E6AE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E9FF0D24-2C53-D0F0-6E27-B88C187CCD27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098047B6-A1AD-EB1F-2DBC-F2E76043CF3E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5155490D-E4DD-CAF5-51B8-AF0B07B3A67D}"/>
              </a:ext>
            </a:extLst>
          </p:cNvPr>
          <p:cNvSpPr txBox="1"/>
          <p:nvPr/>
        </p:nvSpPr>
        <p:spPr>
          <a:xfrm>
            <a:off x="3192784" y="1748950"/>
            <a:ext cx="5846592" cy="235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-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="1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b="1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endParaRPr lang="en-GB" sz="1600" b="1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2D5F082-31BF-00BE-D849-08434B4612AF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0" name="Google Shape;489;p35">
              <a:extLst>
                <a:ext uri="{FF2B5EF4-FFF2-40B4-BE49-F238E27FC236}">
                  <a16:creationId xmlns:a16="http://schemas.microsoft.com/office/drawing/2014/main" id="{21F37403-4249-7C50-37A8-501CE2ABED6F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1" name="Google Shape;490;p35">
              <a:extLst>
                <a:ext uri="{FF2B5EF4-FFF2-40B4-BE49-F238E27FC236}">
                  <a16:creationId xmlns:a16="http://schemas.microsoft.com/office/drawing/2014/main" id="{D88688D0-181F-BE7A-B154-5EB9CD1DA98B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2;p35">
              <a:extLst>
                <a:ext uri="{FF2B5EF4-FFF2-40B4-BE49-F238E27FC236}">
                  <a16:creationId xmlns:a16="http://schemas.microsoft.com/office/drawing/2014/main" id="{45671B6E-3FDB-7BEE-36BD-4628652EE463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3" name="Google Shape;493;p35">
              <a:extLst>
                <a:ext uri="{FF2B5EF4-FFF2-40B4-BE49-F238E27FC236}">
                  <a16:creationId xmlns:a16="http://schemas.microsoft.com/office/drawing/2014/main" id="{E6C74F51-DC63-A345-6F1D-DB4906916552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4" name="Google Shape;494;p35">
              <a:extLst>
                <a:ext uri="{FF2B5EF4-FFF2-40B4-BE49-F238E27FC236}">
                  <a16:creationId xmlns:a16="http://schemas.microsoft.com/office/drawing/2014/main" id="{1AEF301C-D73D-15D0-C481-19AA4FA1B1C2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5" name="Google Shape;495;p35">
              <a:extLst>
                <a:ext uri="{FF2B5EF4-FFF2-40B4-BE49-F238E27FC236}">
                  <a16:creationId xmlns:a16="http://schemas.microsoft.com/office/drawing/2014/main" id="{95631900-59CB-917C-BE42-18CC061A6014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496;p35">
              <a:extLst>
                <a:ext uri="{FF2B5EF4-FFF2-40B4-BE49-F238E27FC236}">
                  <a16:creationId xmlns:a16="http://schemas.microsoft.com/office/drawing/2014/main" id="{C28662A9-2537-9BAF-E3E1-40BB066A08DB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7" name="Google Shape;497;p35">
              <a:extLst>
                <a:ext uri="{FF2B5EF4-FFF2-40B4-BE49-F238E27FC236}">
                  <a16:creationId xmlns:a16="http://schemas.microsoft.com/office/drawing/2014/main" id="{5F296EAF-B598-11DF-974F-279CC2B293CE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8" name="Google Shape;498;p35">
              <a:extLst>
                <a:ext uri="{FF2B5EF4-FFF2-40B4-BE49-F238E27FC236}">
                  <a16:creationId xmlns:a16="http://schemas.microsoft.com/office/drawing/2014/main" id="{62F0E440-3011-A91F-BCBA-969BAD0444E1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0" name="Google Shape;499;p35">
                <a:extLst>
                  <a:ext uri="{FF2B5EF4-FFF2-40B4-BE49-F238E27FC236}">
                    <a16:creationId xmlns:a16="http://schemas.microsoft.com/office/drawing/2014/main" id="{68742B0A-7E7C-AA74-7658-87B4230A7F77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500;p35">
                <a:extLst>
                  <a:ext uri="{FF2B5EF4-FFF2-40B4-BE49-F238E27FC236}">
                    <a16:creationId xmlns:a16="http://schemas.microsoft.com/office/drawing/2014/main" id="{A9D79EFC-1C28-6F20-2043-593BC92AB0ED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501;p35">
              <a:extLst>
                <a:ext uri="{FF2B5EF4-FFF2-40B4-BE49-F238E27FC236}">
                  <a16:creationId xmlns:a16="http://schemas.microsoft.com/office/drawing/2014/main" id="{A17E9260-F95F-770B-DFB4-187108A82334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8" name="Google Shape;502;p35">
                <a:extLst>
                  <a:ext uri="{FF2B5EF4-FFF2-40B4-BE49-F238E27FC236}">
                    <a16:creationId xmlns:a16="http://schemas.microsoft.com/office/drawing/2014/main" id="{D9EB3A1E-7DE9-921E-01F7-9D8B429AF43A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503;p35">
                <a:extLst>
                  <a:ext uri="{FF2B5EF4-FFF2-40B4-BE49-F238E27FC236}">
                    <a16:creationId xmlns:a16="http://schemas.microsoft.com/office/drawing/2014/main" id="{1C6E5625-BCB5-D275-B02E-72709D6C00A3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" name="Google Shape;504;p35">
              <a:extLst>
                <a:ext uri="{FF2B5EF4-FFF2-40B4-BE49-F238E27FC236}">
                  <a16:creationId xmlns:a16="http://schemas.microsoft.com/office/drawing/2014/main" id="{EEB882C9-71A3-7B0D-FCD5-06466701EAAE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505;p35">
              <a:extLst>
                <a:ext uri="{FF2B5EF4-FFF2-40B4-BE49-F238E27FC236}">
                  <a16:creationId xmlns:a16="http://schemas.microsoft.com/office/drawing/2014/main" id="{E3EF2652-D645-4064-9965-D9A80EBAC333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" name="Google Shape;506;p35">
              <a:extLst>
                <a:ext uri="{FF2B5EF4-FFF2-40B4-BE49-F238E27FC236}">
                  <a16:creationId xmlns:a16="http://schemas.microsoft.com/office/drawing/2014/main" id="{89C8BCDC-E09F-330C-526E-01B278D8EE56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507;p35">
              <a:extLst>
                <a:ext uri="{FF2B5EF4-FFF2-40B4-BE49-F238E27FC236}">
                  <a16:creationId xmlns:a16="http://schemas.microsoft.com/office/drawing/2014/main" id="{CCBB39E4-A548-AA98-224F-D004890415B2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Google Shape;510;p35">
              <a:extLst>
                <a:ext uri="{FF2B5EF4-FFF2-40B4-BE49-F238E27FC236}">
                  <a16:creationId xmlns:a16="http://schemas.microsoft.com/office/drawing/2014/main" id="{E7879581-33F9-6BB4-5ABF-2367370F8DFC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" name="Google Shape;511;p35">
              <a:extLst>
                <a:ext uri="{FF2B5EF4-FFF2-40B4-BE49-F238E27FC236}">
                  <a16:creationId xmlns:a16="http://schemas.microsoft.com/office/drawing/2014/main" id="{4606F44A-130C-B677-E356-A84E3FE5DD06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2" name="Google Shape;512;p35">
                <a:extLst>
                  <a:ext uri="{FF2B5EF4-FFF2-40B4-BE49-F238E27FC236}">
                    <a16:creationId xmlns:a16="http://schemas.microsoft.com/office/drawing/2014/main" id="{9ADC1F9E-2411-7193-8B97-B22EDBA3B840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13;p35">
                <a:extLst>
                  <a:ext uri="{FF2B5EF4-FFF2-40B4-BE49-F238E27FC236}">
                    <a16:creationId xmlns:a16="http://schemas.microsoft.com/office/drawing/2014/main" id="{AE879C44-5C87-7594-4091-FD96BB1435AC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6" name="Google Shape;514;p35">
              <a:extLst>
                <a:ext uri="{FF2B5EF4-FFF2-40B4-BE49-F238E27FC236}">
                  <a16:creationId xmlns:a16="http://schemas.microsoft.com/office/drawing/2014/main" id="{AC76D2FA-2B90-00FB-CEE0-6E0BC667D790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15;p35">
              <a:extLst>
                <a:ext uri="{FF2B5EF4-FFF2-40B4-BE49-F238E27FC236}">
                  <a16:creationId xmlns:a16="http://schemas.microsoft.com/office/drawing/2014/main" id="{726E0394-0ABB-92FF-6C1E-DEA87B0311DF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6;p35">
              <a:extLst>
                <a:ext uri="{FF2B5EF4-FFF2-40B4-BE49-F238E27FC236}">
                  <a16:creationId xmlns:a16="http://schemas.microsoft.com/office/drawing/2014/main" id="{1211429D-43BC-4015-EE3D-4C4AFCFAE634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17;p35">
              <a:extLst>
                <a:ext uri="{FF2B5EF4-FFF2-40B4-BE49-F238E27FC236}">
                  <a16:creationId xmlns:a16="http://schemas.microsoft.com/office/drawing/2014/main" id="{E9C77223-E817-4FB6-2A2A-BF4E3FB7DD27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0" name="Google Shape;497;p35">
              <a:extLst>
                <a:ext uri="{FF2B5EF4-FFF2-40B4-BE49-F238E27FC236}">
                  <a16:creationId xmlns:a16="http://schemas.microsoft.com/office/drawing/2014/main" id="{7C3B9212-A09F-C2D6-2DC3-6B26196A334E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1" name="Google Shape;507;p35">
              <a:extLst>
                <a:ext uri="{FF2B5EF4-FFF2-40B4-BE49-F238E27FC236}">
                  <a16:creationId xmlns:a16="http://schemas.microsoft.com/office/drawing/2014/main" id="{88E2AB19-C3F8-5841-10D6-870FA336FD90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3" name="Rectangle 452">
            <a:extLst>
              <a:ext uri="{FF2B5EF4-FFF2-40B4-BE49-F238E27FC236}">
                <a16:creationId xmlns:a16="http://schemas.microsoft.com/office/drawing/2014/main" id="{BF13C218-F8AE-0CDF-F7C6-C6CE73F7B483}"/>
              </a:ext>
            </a:extLst>
          </p:cNvPr>
          <p:cNvSpPr/>
          <p:nvPr/>
        </p:nvSpPr>
        <p:spPr>
          <a:xfrm>
            <a:off x="2504974" y="2017856"/>
            <a:ext cx="492670" cy="1172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60AD6892-A67D-C853-A0D6-D2058001C3E4}"/>
              </a:ext>
            </a:extLst>
          </p:cNvPr>
          <p:cNvSpPr/>
          <p:nvPr/>
        </p:nvSpPr>
        <p:spPr>
          <a:xfrm>
            <a:off x="2510570" y="1631764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87;p35">
            <a:extLst>
              <a:ext uri="{FF2B5EF4-FFF2-40B4-BE49-F238E27FC236}">
                <a16:creationId xmlns:a16="http://schemas.microsoft.com/office/drawing/2014/main" id="{0913308D-88CD-792F-E33E-282C5212FD37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Google Shape;488;p35">
            <a:extLst>
              <a:ext uri="{FF2B5EF4-FFF2-40B4-BE49-F238E27FC236}">
                <a16:creationId xmlns:a16="http://schemas.microsoft.com/office/drawing/2014/main" id="{03A65498-BC61-FA7A-61F3-86CD7658FB3D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912E40-C4AF-E2D3-7FDE-0CA67D9BD049}"/>
              </a:ext>
            </a:extLst>
          </p:cNvPr>
          <p:cNvSpPr/>
          <p:nvPr/>
        </p:nvSpPr>
        <p:spPr>
          <a:xfrm>
            <a:off x="1213299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57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4F2B8EFE-30C9-F545-EC0A-D4AAB953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4CF4B1BE-52F9-8C72-EAD1-7D8BEC811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309E140B-9842-8F56-91F9-DC5D7B872160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d33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9F8DE40F-C1C5-7682-9AE9-8DBA4C552801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50B012C9-EE45-CEC0-8CBB-7ADE7C249A6B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790CBAD0-155B-8333-A17F-C19E2EE67D44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34CBB966-FE8A-A8F6-63DB-F733562E1591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8DC38992-7CA8-641E-D7B3-348B3CBE10E5}"/>
              </a:ext>
            </a:extLst>
          </p:cNvPr>
          <p:cNvSpPr txBox="1"/>
          <p:nvPr/>
        </p:nvSpPr>
        <p:spPr>
          <a:xfrm>
            <a:off x="3192784" y="1748950"/>
            <a:ext cx="5846592" cy="311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-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="1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b="1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 err="1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Status_Infected_vs_Uninfected</a:t>
            </a:r>
            <a:endParaRPr lang="en-GB" sz="1600" i="1" dirty="0">
              <a:solidFill>
                <a:srgbClr val="007E00"/>
              </a:solidFill>
              <a:latin typeface="Cabin"/>
              <a:ea typeface="Cabin"/>
              <a:cs typeface="Cabin"/>
              <a:sym typeface="Wingdings" pitchFamily="2" charset="2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TimePointd33.StatusInfected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endParaRPr lang="en-GB" sz="1600" b="1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03815E4-DAFB-8C13-8C3E-4B75737B0416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0" name="Google Shape;489;p35">
              <a:extLst>
                <a:ext uri="{FF2B5EF4-FFF2-40B4-BE49-F238E27FC236}">
                  <a16:creationId xmlns:a16="http://schemas.microsoft.com/office/drawing/2014/main" id="{772979B1-E411-F912-51D1-CD9BF3A970DF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1" name="Google Shape;490;p35">
              <a:extLst>
                <a:ext uri="{FF2B5EF4-FFF2-40B4-BE49-F238E27FC236}">
                  <a16:creationId xmlns:a16="http://schemas.microsoft.com/office/drawing/2014/main" id="{BC691F69-75E2-A82C-545E-BA33B6CF837A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2;p35">
              <a:extLst>
                <a:ext uri="{FF2B5EF4-FFF2-40B4-BE49-F238E27FC236}">
                  <a16:creationId xmlns:a16="http://schemas.microsoft.com/office/drawing/2014/main" id="{1BA67554-3587-B71C-FE66-A52625CC5BC1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3" name="Google Shape;493;p35">
              <a:extLst>
                <a:ext uri="{FF2B5EF4-FFF2-40B4-BE49-F238E27FC236}">
                  <a16:creationId xmlns:a16="http://schemas.microsoft.com/office/drawing/2014/main" id="{57FDB9D3-2D7D-2602-C79C-127A4854CC4D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4" name="Google Shape;494;p35">
              <a:extLst>
                <a:ext uri="{FF2B5EF4-FFF2-40B4-BE49-F238E27FC236}">
                  <a16:creationId xmlns:a16="http://schemas.microsoft.com/office/drawing/2014/main" id="{0DA3E50E-7B8F-2B9A-8421-5B021FC559C5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5" name="Google Shape;495;p35">
              <a:extLst>
                <a:ext uri="{FF2B5EF4-FFF2-40B4-BE49-F238E27FC236}">
                  <a16:creationId xmlns:a16="http://schemas.microsoft.com/office/drawing/2014/main" id="{7BEF2122-9BF7-3604-12EB-37BD20826B48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496;p35">
              <a:extLst>
                <a:ext uri="{FF2B5EF4-FFF2-40B4-BE49-F238E27FC236}">
                  <a16:creationId xmlns:a16="http://schemas.microsoft.com/office/drawing/2014/main" id="{BD9A3AA7-4138-D918-AFAA-F0E6271F2F72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7" name="Google Shape;497;p35">
              <a:extLst>
                <a:ext uri="{FF2B5EF4-FFF2-40B4-BE49-F238E27FC236}">
                  <a16:creationId xmlns:a16="http://schemas.microsoft.com/office/drawing/2014/main" id="{CAC81323-3E91-EB1C-D7D9-334D1DF792F4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8" name="Google Shape;498;p35">
              <a:extLst>
                <a:ext uri="{FF2B5EF4-FFF2-40B4-BE49-F238E27FC236}">
                  <a16:creationId xmlns:a16="http://schemas.microsoft.com/office/drawing/2014/main" id="{02816BBA-E0E2-C85F-2706-2C8AF6073E00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0" name="Google Shape;499;p35">
                <a:extLst>
                  <a:ext uri="{FF2B5EF4-FFF2-40B4-BE49-F238E27FC236}">
                    <a16:creationId xmlns:a16="http://schemas.microsoft.com/office/drawing/2014/main" id="{FB2F7EB2-EDD7-97CF-F340-911592EEF745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500;p35">
                <a:extLst>
                  <a:ext uri="{FF2B5EF4-FFF2-40B4-BE49-F238E27FC236}">
                    <a16:creationId xmlns:a16="http://schemas.microsoft.com/office/drawing/2014/main" id="{0B6A9B38-6B51-96A0-C4D6-C25E88D23983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501;p35">
              <a:extLst>
                <a:ext uri="{FF2B5EF4-FFF2-40B4-BE49-F238E27FC236}">
                  <a16:creationId xmlns:a16="http://schemas.microsoft.com/office/drawing/2014/main" id="{D1782142-1B2A-E3EF-4513-EBA264354B19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8" name="Google Shape;502;p35">
                <a:extLst>
                  <a:ext uri="{FF2B5EF4-FFF2-40B4-BE49-F238E27FC236}">
                    <a16:creationId xmlns:a16="http://schemas.microsoft.com/office/drawing/2014/main" id="{3CD3E967-29E7-4EA0-4BF1-FB77B7D9230F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503;p35">
                <a:extLst>
                  <a:ext uri="{FF2B5EF4-FFF2-40B4-BE49-F238E27FC236}">
                    <a16:creationId xmlns:a16="http://schemas.microsoft.com/office/drawing/2014/main" id="{8CFAAFC2-0F08-83DD-19BF-C495AC288E69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" name="Google Shape;504;p35">
              <a:extLst>
                <a:ext uri="{FF2B5EF4-FFF2-40B4-BE49-F238E27FC236}">
                  <a16:creationId xmlns:a16="http://schemas.microsoft.com/office/drawing/2014/main" id="{02871A57-F7DD-3211-664C-0F94C4BC1B08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505;p35">
              <a:extLst>
                <a:ext uri="{FF2B5EF4-FFF2-40B4-BE49-F238E27FC236}">
                  <a16:creationId xmlns:a16="http://schemas.microsoft.com/office/drawing/2014/main" id="{9F61869A-0D65-6C81-F901-4794AB2BE069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" name="Google Shape;506;p35">
              <a:extLst>
                <a:ext uri="{FF2B5EF4-FFF2-40B4-BE49-F238E27FC236}">
                  <a16:creationId xmlns:a16="http://schemas.microsoft.com/office/drawing/2014/main" id="{27935DDC-C01C-1707-95DE-EB82FA247A8C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507;p35">
              <a:extLst>
                <a:ext uri="{FF2B5EF4-FFF2-40B4-BE49-F238E27FC236}">
                  <a16:creationId xmlns:a16="http://schemas.microsoft.com/office/drawing/2014/main" id="{09562D76-B0DF-0721-A77C-40A332DAE75B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Google Shape;510;p35">
              <a:extLst>
                <a:ext uri="{FF2B5EF4-FFF2-40B4-BE49-F238E27FC236}">
                  <a16:creationId xmlns:a16="http://schemas.microsoft.com/office/drawing/2014/main" id="{1B416B32-5122-CFD4-39A4-8EB49B1BD7D3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" name="Google Shape;511;p35">
              <a:extLst>
                <a:ext uri="{FF2B5EF4-FFF2-40B4-BE49-F238E27FC236}">
                  <a16:creationId xmlns:a16="http://schemas.microsoft.com/office/drawing/2014/main" id="{1C137682-3495-58BA-CD27-6E9C66FB5269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2" name="Google Shape;512;p35">
                <a:extLst>
                  <a:ext uri="{FF2B5EF4-FFF2-40B4-BE49-F238E27FC236}">
                    <a16:creationId xmlns:a16="http://schemas.microsoft.com/office/drawing/2014/main" id="{521480EF-F218-2599-6824-5F6565EFE4EC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13;p35">
                <a:extLst>
                  <a:ext uri="{FF2B5EF4-FFF2-40B4-BE49-F238E27FC236}">
                    <a16:creationId xmlns:a16="http://schemas.microsoft.com/office/drawing/2014/main" id="{21D20C28-1B7E-F14B-9364-194FF18E9494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6" name="Google Shape;514;p35">
              <a:extLst>
                <a:ext uri="{FF2B5EF4-FFF2-40B4-BE49-F238E27FC236}">
                  <a16:creationId xmlns:a16="http://schemas.microsoft.com/office/drawing/2014/main" id="{581B9133-337C-9137-0703-1CAEC11A2D11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15;p35">
              <a:extLst>
                <a:ext uri="{FF2B5EF4-FFF2-40B4-BE49-F238E27FC236}">
                  <a16:creationId xmlns:a16="http://schemas.microsoft.com/office/drawing/2014/main" id="{7EE1BFA7-2D66-784E-62D7-8D1A5A2860EE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6;p35">
              <a:extLst>
                <a:ext uri="{FF2B5EF4-FFF2-40B4-BE49-F238E27FC236}">
                  <a16:creationId xmlns:a16="http://schemas.microsoft.com/office/drawing/2014/main" id="{9206A5F4-973B-6494-6256-94EECE888339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17;p35">
              <a:extLst>
                <a:ext uri="{FF2B5EF4-FFF2-40B4-BE49-F238E27FC236}">
                  <a16:creationId xmlns:a16="http://schemas.microsoft.com/office/drawing/2014/main" id="{2157B2D1-593E-E8B4-B523-E5D791570E3C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0" name="Google Shape;497;p35">
              <a:extLst>
                <a:ext uri="{FF2B5EF4-FFF2-40B4-BE49-F238E27FC236}">
                  <a16:creationId xmlns:a16="http://schemas.microsoft.com/office/drawing/2014/main" id="{871788ED-6A5A-0C71-79F8-DDEFAE0E1A9B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1" name="Google Shape;507;p35">
              <a:extLst>
                <a:ext uri="{FF2B5EF4-FFF2-40B4-BE49-F238E27FC236}">
                  <a16:creationId xmlns:a16="http://schemas.microsoft.com/office/drawing/2014/main" id="{B5DB6C7D-CFEF-F694-9E20-D4DC87975B94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53" name="Rectangle 452">
            <a:extLst>
              <a:ext uri="{FF2B5EF4-FFF2-40B4-BE49-F238E27FC236}">
                <a16:creationId xmlns:a16="http://schemas.microsoft.com/office/drawing/2014/main" id="{478233EA-21BF-50A7-F58C-295400E4BC4B}"/>
              </a:ext>
            </a:extLst>
          </p:cNvPr>
          <p:cNvSpPr/>
          <p:nvPr/>
        </p:nvSpPr>
        <p:spPr>
          <a:xfrm>
            <a:off x="2504974" y="2017856"/>
            <a:ext cx="492670" cy="1172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ECBDFDDF-7499-A5A5-E599-C518BCF9F78D}"/>
              </a:ext>
            </a:extLst>
          </p:cNvPr>
          <p:cNvSpPr/>
          <p:nvPr/>
        </p:nvSpPr>
        <p:spPr>
          <a:xfrm>
            <a:off x="2510570" y="1631764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87;p35">
            <a:extLst>
              <a:ext uri="{FF2B5EF4-FFF2-40B4-BE49-F238E27FC236}">
                <a16:creationId xmlns:a16="http://schemas.microsoft.com/office/drawing/2014/main" id="{B99D9391-E57D-2BA3-D9EE-002DDC5EED4B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Google Shape;488;p35">
            <a:extLst>
              <a:ext uri="{FF2B5EF4-FFF2-40B4-BE49-F238E27FC236}">
                <a16:creationId xmlns:a16="http://schemas.microsoft.com/office/drawing/2014/main" id="{9FF55D25-F38B-E7D3-BC07-792F8E303365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32A5C3-2B93-D26E-3B27-3FDD17D52BF8}"/>
              </a:ext>
            </a:extLst>
          </p:cNvPr>
          <p:cNvSpPr/>
          <p:nvPr/>
        </p:nvSpPr>
        <p:spPr>
          <a:xfrm>
            <a:off x="1213299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50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8C605D7C-9295-3DB1-3F84-AD28741D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34BC5746-ED43-792F-1D9D-6A4D01E895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4C39658B-19DC-EF59-BEF4-C7149E460AB0}"/>
              </a:ext>
            </a:extLst>
          </p:cNvPr>
          <p:cNvSpPr txBox="1"/>
          <p:nvPr/>
        </p:nvSpPr>
        <p:spPr>
          <a:xfrm>
            <a:off x="3192784" y="1339442"/>
            <a:ext cx="436290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Contrast: Infected vs Uninfected </a:t>
            </a:r>
            <a:r>
              <a:rPr lang="en-GB" b="1" dirty="0">
                <a:latin typeface="Cabin"/>
                <a:ea typeface="Cabin"/>
                <a:cs typeface="Cabin"/>
                <a:sym typeface="Cabin"/>
              </a:rPr>
              <a:t>at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d33</a:t>
            </a:r>
          </a:p>
        </p:txBody>
      </p:sp>
      <p:sp>
        <p:nvSpPr>
          <p:cNvPr id="5" name="Google Shape;506;p35">
            <a:extLst>
              <a:ext uri="{FF2B5EF4-FFF2-40B4-BE49-F238E27FC236}">
                <a16:creationId xmlns:a16="http://schemas.microsoft.com/office/drawing/2014/main" id="{B1CB26A3-2D6D-AEA7-FF31-65E0B38B83FB}"/>
              </a:ext>
            </a:extLst>
          </p:cNvPr>
          <p:cNvSpPr/>
          <p:nvPr/>
        </p:nvSpPr>
        <p:spPr>
          <a:xfrm>
            <a:off x="459784" y="1734943"/>
            <a:ext cx="302126" cy="296797"/>
          </a:xfrm>
          <a:prstGeom prst="ellipse">
            <a:avLst/>
          </a:prstGeom>
          <a:solidFill>
            <a:srgbClr val="A64D7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3;p35">
            <a:extLst>
              <a:ext uri="{FF2B5EF4-FFF2-40B4-BE49-F238E27FC236}">
                <a16:creationId xmlns:a16="http://schemas.microsoft.com/office/drawing/2014/main" id="{D4331A46-265C-54C7-0133-C8CA5CD6720C}"/>
              </a:ext>
            </a:extLst>
          </p:cNvPr>
          <p:cNvSpPr txBox="1"/>
          <p:nvPr/>
        </p:nvSpPr>
        <p:spPr>
          <a:xfrm>
            <a:off x="720120" y="1663500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d33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" name="Google Shape;506;p35">
            <a:extLst>
              <a:ext uri="{FF2B5EF4-FFF2-40B4-BE49-F238E27FC236}">
                <a16:creationId xmlns:a16="http://schemas.microsoft.com/office/drawing/2014/main" id="{3C5A8F7C-A2B7-8062-AFA6-2E7DFB8A659B}"/>
              </a:ext>
            </a:extLst>
          </p:cNvPr>
          <p:cNvSpPr/>
          <p:nvPr/>
        </p:nvSpPr>
        <p:spPr>
          <a:xfrm>
            <a:off x="459784" y="1315360"/>
            <a:ext cx="302126" cy="296797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93;p35">
            <a:extLst>
              <a:ext uri="{FF2B5EF4-FFF2-40B4-BE49-F238E27FC236}">
                <a16:creationId xmlns:a16="http://schemas.microsoft.com/office/drawing/2014/main" id="{A4B65228-131B-44E5-A7BE-D69FB6486E54}"/>
              </a:ext>
            </a:extLst>
          </p:cNvPr>
          <p:cNvSpPr txBox="1"/>
          <p:nvPr/>
        </p:nvSpPr>
        <p:spPr>
          <a:xfrm>
            <a:off x="720120" y="1243917"/>
            <a:ext cx="1291114" cy="46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 - d11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Google Shape;210;p25">
            <a:extLst>
              <a:ext uri="{FF2B5EF4-FFF2-40B4-BE49-F238E27FC236}">
                <a16:creationId xmlns:a16="http://schemas.microsoft.com/office/drawing/2014/main" id="{1D117B7E-8120-49DE-80A6-FE0C6EBCF82A}"/>
              </a:ext>
            </a:extLst>
          </p:cNvPr>
          <p:cNvSpPr txBox="1"/>
          <p:nvPr/>
        </p:nvSpPr>
        <p:spPr>
          <a:xfrm>
            <a:off x="3192784" y="1748950"/>
            <a:ext cx="5846592" cy="311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 Expression: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Uninfected d33  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Infected d33 =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lvl="0">
              <a:lnSpc>
                <a:spcPct val="115000"/>
              </a:lnSpc>
            </a:pPr>
            <a:r>
              <a:rPr lang="en-GB" sz="1600" i="1" baseline="-25000" dirty="0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--------------------------------------------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Infected vs Uninfected = 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-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(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= 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600" b="1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b="1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b="1" dirty="0">
                <a:latin typeface="Cabin"/>
                <a:ea typeface="Cabin"/>
                <a:cs typeface="Cabin"/>
                <a:sym typeface="Cabin"/>
              </a:rPr>
              <a:t> </a:t>
            </a:r>
            <a:endParaRPr lang="en-GB" sz="1600" b="1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 err="1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Status_Infected_vs_Uninfected</a:t>
            </a:r>
            <a:endParaRPr lang="en-GB" sz="1600" i="1" dirty="0">
              <a:solidFill>
                <a:srgbClr val="007E00"/>
              </a:solidFill>
              <a:latin typeface="Cabin"/>
              <a:ea typeface="Cabin"/>
              <a:cs typeface="Cabin"/>
              <a:sym typeface="Wingdings" pitchFamily="2" charset="2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Wingdings" pitchFamily="2" charset="2"/>
              </a:rPr>
              <a:t>: </a:t>
            </a:r>
            <a:r>
              <a:rPr lang="en-GB" sz="1600" i="1" dirty="0">
                <a:solidFill>
                  <a:srgbClr val="007E00"/>
                </a:solidFill>
                <a:latin typeface="Cabin"/>
                <a:ea typeface="Cabin"/>
                <a:cs typeface="Cabin"/>
                <a:sym typeface="Wingdings" pitchFamily="2" charset="2"/>
              </a:rPr>
              <a:t>TimePointd33.StatusInfected</a:t>
            </a:r>
            <a:endParaRPr lang="en-GB" sz="1600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lnSpc>
                <a:spcPct val="115000"/>
              </a:lnSpc>
            </a:pPr>
            <a:endParaRPr lang="en-GB" sz="1600" b="1" i="1" baseline="-25000" dirty="0">
              <a:solidFill>
                <a:srgbClr val="007E0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>
              <a:lnSpc>
                <a:spcPct val="115000"/>
              </a:lnSpc>
            </a:pPr>
            <a:endParaRPr lang="en-GB" sz="1600" i="1" baseline="-25000" dirty="0">
              <a:solidFill>
                <a:srgbClr val="00206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BBB884B-ED4C-581E-8826-ADAD5EC93AD9}"/>
              </a:ext>
            </a:extLst>
          </p:cNvPr>
          <p:cNvGrpSpPr/>
          <p:nvPr/>
        </p:nvGrpSpPr>
        <p:grpSpPr>
          <a:xfrm>
            <a:off x="378827" y="1688579"/>
            <a:ext cx="3036594" cy="3333281"/>
            <a:chOff x="3322725" y="1641894"/>
            <a:chExt cx="2379010" cy="2654968"/>
          </a:xfrm>
        </p:grpSpPr>
        <p:sp>
          <p:nvSpPr>
            <p:cNvPr id="40" name="Google Shape;489;p35">
              <a:extLst>
                <a:ext uri="{FF2B5EF4-FFF2-40B4-BE49-F238E27FC236}">
                  <a16:creationId xmlns:a16="http://schemas.microsoft.com/office/drawing/2014/main" id="{F981478A-4293-00C5-4232-D7F27118BD54}"/>
                </a:ext>
              </a:extLst>
            </p:cNvPr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1" name="Google Shape;490;p35">
              <a:extLst>
                <a:ext uri="{FF2B5EF4-FFF2-40B4-BE49-F238E27FC236}">
                  <a16:creationId xmlns:a16="http://schemas.microsoft.com/office/drawing/2014/main" id="{4D2B61AD-F4C4-F8F8-8833-188414124D1A}"/>
                </a:ext>
              </a:extLst>
            </p:cNvPr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2;p35">
              <a:extLst>
                <a:ext uri="{FF2B5EF4-FFF2-40B4-BE49-F238E27FC236}">
                  <a16:creationId xmlns:a16="http://schemas.microsoft.com/office/drawing/2014/main" id="{0C1634ED-2F33-F94C-43D9-01383032F2F6}"/>
                </a:ext>
              </a:extLst>
            </p:cNvPr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3" name="Google Shape;493;p35">
              <a:extLst>
                <a:ext uri="{FF2B5EF4-FFF2-40B4-BE49-F238E27FC236}">
                  <a16:creationId xmlns:a16="http://schemas.microsoft.com/office/drawing/2014/main" id="{6740631D-67D1-81D6-7098-ED2A528A0CDC}"/>
                </a:ext>
              </a:extLst>
            </p:cNvPr>
            <p:cNvSpPr txBox="1"/>
            <p:nvPr/>
          </p:nvSpPr>
          <p:spPr>
            <a:xfrm>
              <a:off x="3460895" y="3860085"/>
              <a:ext cx="1011519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Uninfected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4" name="Google Shape;494;p35">
              <a:extLst>
                <a:ext uri="{FF2B5EF4-FFF2-40B4-BE49-F238E27FC236}">
                  <a16:creationId xmlns:a16="http://schemas.microsoft.com/office/drawing/2014/main" id="{F3454742-3CE7-219A-DBD9-F404CBA5E2FC}"/>
                </a:ext>
              </a:extLst>
            </p:cNvPr>
            <p:cNvSpPr txBox="1"/>
            <p:nvPr/>
          </p:nvSpPr>
          <p:spPr>
            <a:xfrm>
              <a:off x="4516122" y="3860085"/>
              <a:ext cx="903603" cy="367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bin"/>
                  <a:ea typeface="Cabin"/>
                  <a:cs typeface="Cabin"/>
                  <a:sym typeface="Cabin"/>
                </a:rPr>
                <a:t>Infected</a:t>
              </a:r>
              <a:endParaRPr dirty="0"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5" name="Google Shape;495;p35">
              <a:extLst>
                <a:ext uri="{FF2B5EF4-FFF2-40B4-BE49-F238E27FC236}">
                  <a16:creationId xmlns:a16="http://schemas.microsoft.com/office/drawing/2014/main" id="{FD80B590-BF7D-646F-7ADD-B2973692607F}"/>
                </a:ext>
              </a:extLst>
            </p:cNvPr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496;p35">
              <a:extLst>
                <a:ext uri="{FF2B5EF4-FFF2-40B4-BE49-F238E27FC236}">
                  <a16:creationId xmlns:a16="http://schemas.microsoft.com/office/drawing/2014/main" id="{8989E86E-06FE-41A5-2ACA-4C9512168DB0}"/>
                </a:ext>
              </a:extLst>
            </p:cNvPr>
            <p:cNvSpPr txBox="1"/>
            <p:nvPr/>
          </p:nvSpPr>
          <p:spPr>
            <a:xfrm>
              <a:off x="5106235" y="2359482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 dirty="0"/>
            </a:p>
          </p:txBody>
        </p:sp>
        <p:sp>
          <p:nvSpPr>
            <p:cNvPr id="47" name="Google Shape;497;p35">
              <a:extLst>
                <a:ext uri="{FF2B5EF4-FFF2-40B4-BE49-F238E27FC236}">
                  <a16:creationId xmlns:a16="http://schemas.microsoft.com/office/drawing/2014/main" id="{A4CFC996-27A5-F70E-0896-6D92096F4A9E}"/>
                </a:ext>
              </a:extLst>
            </p:cNvPr>
            <p:cNvSpPr txBox="1"/>
            <p:nvPr/>
          </p:nvSpPr>
          <p:spPr>
            <a:xfrm>
              <a:off x="5104634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grpSp>
          <p:nvGrpSpPr>
            <p:cNvPr id="48" name="Google Shape;498;p35">
              <a:extLst>
                <a:ext uri="{FF2B5EF4-FFF2-40B4-BE49-F238E27FC236}">
                  <a16:creationId xmlns:a16="http://schemas.microsoft.com/office/drawing/2014/main" id="{B933A807-DABC-266A-DA97-3A5CEAF6C376}"/>
                </a:ext>
              </a:extLst>
            </p:cNvPr>
            <p:cNvGrpSpPr/>
            <p:nvPr/>
          </p:nvGrpSpPr>
          <p:grpSpPr>
            <a:xfrm>
              <a:off x="4587690" y="2695866"/>
              <a:ext cx="262189" cy="262270"/>
              <a:chOff x="2735900" y="2108830"/>
              <a:chExt cx="609600" cy="725104"/>
            </a:xfrm>
          </p:grpSpPr>
          <p:sp>
            <p:nvSpPr>
              <p:cNvPr id="450" name="Google Shape;499;p35">
                <a:extLst>
                  <a:ext uri="{FF2B5EF4-FFF2-40B4-BE49-F238E27FC236}">
                    <a16:creationId xmlns:a16="http://schemas.microsoft.com/office/drawing/2014/main" id="{6CE5589B-2E3A-E64B-3A16-4BED430B256D}"/>
                  </a:ext>
                </a:extLst>
              </p:cNvPr>
              <p:cNvSpPr/>
              <p:nvPr/>
            </p:nvSpPr>
            <p:spPr>
              <a:xfrm>
                <a:off x="2735900" y="2108830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500;p35">
                <a:extLst>
                  <a:ext uri="{FF2B5EF4-FFF2-40B4-BE49-F238E27FC236}">
                    <a16:creationId xmlns:a16="http://schemas.microsoft.com/office/drawing/2014/main" id="{6ED51A6E-A360-066D-C5C5-2DB3F16FF008}"/>
                  </a:ext>
                </a:extLst>
              </p:cNvPr>
              <p:cNvSpPr/>
              <p:nvPr/>
            </p:nvSpPr>
            <p:spPr>
              <a:xfrm rot="10800000" flipH="1">
                <a:off x="2735900" y="2261234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501;p35">
              <a:extLst>
                <a:ext uri="{FF2B5EF4-FFF2-40B4-BE49-F238E27FC236}">
                  <a16:creationId xmlns:a16="http://schemas.microsoft.com/office/drawing/2014/main" id="{59CE4412-B4E2-09BE-CC42-4BC3ECA3225D}"/>
                </a:ext>
              </a:extLst>
            </p:cNvPr>
            <p:cNvGrpSpPr/>
            <p:nvPr/>
          </p:nvGrpSpPr>
          <p:grpSpPr>
            <a:xfrm>
              <a:off x="5035787" y="1641894"/>
              <a:ext cx="262189" cy="262270"/>
              <a:chOff x="2735900" y="2089126"/>
              <a:chExt cx="609600" cy="725103"/>
            </a:xfrm>
          </p:grpSpPr>
          <p:sp>
            <p:nvSpPr>
              <p:cNvPr id="448" name="Google Shape;502;p35">
                <a:extLst>
                  <a:ext uri="{FF2B5EF4-FFF2-40B4-BE49-F238E27FC236}">
                    <a16:creationId xmlns:a16="http://schemas.microsoft.com/office/drawing/2014/main" id="{98B765E1-BC5C-2E7F-796F-9B284506733B}"/>
                  </a:ext>
                </a:extLst>
              </p:cNvPr>
              <p:cNvSpPr/>
              <p:nvPr/>
            </p:nvSpPr>
            <p:spPr>
              <a:xfrm>
                <a:off x="2735900" y="2089126"/>
                <a:ext cx="609600" cy="572699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503;p35">
                <a:extLst>
                  <a:ext uri="{FF2B5EF4-FFF2-40B4-BE49-F238E27FC236}">
                    <a16:creationId xmlns:a16="http://schemas.microsoft.com/office/drawing/2014/main" id="{F0ED522C-0411-4338-0185-D8FCD9D7A1CD}"/>
                  </a:ext>
                </a:extLst>
              </p:cNvPr>
              <p:cNvSpPr/>
              <p:nvPr/>
            </p:nvSpPr>
            <p:spPr>
              <a:xfrm rot="10800000" flipH="1">
                <a:off x="2735900" y="2241529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" name="Google Shape;504;p35">
              <a:extLst>
                <a:ext uri="{FF2B5EF4-FFF2-40B4-BE49-F238E27FC236}">
                  <a16:creationId xmlns:a16="http://schemas.microsoft.com/office/drawing/2014/main" id="{6EED3D67-8929-A938-E42B-9A12A535DB18}"/>
                </a:ext>
              </a:extLst>
            </p:cNvPr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505;p35">
              <a:extLst>
                <a:ext uri="{FF2B5EF4-FFF2-40B4-BE49-F238E27FC236}">
                  <a16:creationId xmlns:a16="http://schemas.microsoft.com/office/drawing/2014/main" id="{4DAA6BE1-D48A-917F-6D10-52ABABC63CBE}"/>
                </a:ext>
              </a:extLst>
            </p:cNvPr>
            <p:cNvCxnSpPr/>
            <p:nvPr/>
          </p:nvCxnSpPr>
          <p:spPr>
            <a:xfrm rot="10800000" flipH="1">
              <a:off x="5180652" y="2352336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" name="Google Shape;506;p35">
              <a:extLst>
                <a:ext uri="{FF2B5EF4-FFF2-40B4-BE49-F238E27FC236}">
                  <a16:creationId xmlns:a16="http://schemas.microsoft.com/office/drawing/2014/main" id="{D780D288-1104-7408-E518-629F63106D63}"/>
                </a:ext>
              </a:extLst>
            </p:cNvPr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507;p35">
              <a:extLst>
                <a:ext uri="{FF2B5EF4-FFF2-40B4-BE49-F238E27FC236}">
                  <a16:creationId xmlns:a16="http://schemas.microsoft.com/office/drawing/2014/main" id="{77D86FB6-9866-8C63-7F97-199FD085D26E}"/>
                </a:ext>
              </a:extLst>
            </p:cNvPr>
            <p:cNvCxnSpPr/>
            <p:nvPr/>
          </p:nvCxnSpPr>
          <p:spPr>
            <a:xfrm rot="10800000">
              <a:off x="5170206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Google Shape;510;p35">
              <a:extLst>
                <a:ext uri="{FF2B5EF4-FFF2-40B4-BE49-F238E27FC236}">
                  <a16:creationId xmlns:a16="http://schemas.microsoft.com/office/drawing/2014/main" id="{B6C8DEBE-837B-4736-6ACB-459270931B21}"/>
                </a:ext>
              </a:extLst>
            </p:cNvPr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" name="Google Shape;511;p35">
              <a:extLst>
                <a:ext uri="{FF2B5EF4-FFF2-40B4-BE49-F238E27FC236}">
                  <a16:creationId xmlns:a16="http://schemas.microsoft.com/office/drawing/2014/main" id="{1625E02B-BD78-440B-A5CE-59181220906F}"/>
                </a:ext>
              </a:extLst>
            </p:cNvPr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62" name="Google Shape;512;p35">
                <a:extLst>
                  <a:ext uri="{FF2B5EF4-FFF2-40B4-BE49-F238E27FC236}">
                    <a16:creationId xmlns:a16="http://schemas.microsoft.com/office/drawing/2014/main" id="{38D20DC9-5D96-6857-F384-27B3F935D85E}"/>
                  </a:ext>
                </a:extLst>
              </p:cNvPr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13;p35">
                <a:extLst>
                  <a:ext uri="{FF2B5EF4-FFF2-40B4-BE49-F238E27FC236}">
                    <a16:creationId xmlns:a16="http://schemas.microsoft.com/office/drawing/2014/main" id="{4174D743-3825-FECB-D6B8-C08A18BD11FD}"/>
                  </a:ext>
                </a:extLst>
              </p:cNvPr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6" name="Google Shape;514;p35">
              <a:extLst>
                <a:ext uri="{FF2B5EF4-FFF2-40B4-BE49-F238E27FC236}">
                  <a16:creationId xmlns:a16="http://schemas.microsoft.com/office/drawing/2014/main" id="{38644920-F1A7-1E27-EEEE-081B721A186B}"/>
                </a:ext>
              </a:extLst>
            </p:cNvPr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15;p35">
              <a:extLst>
                <a:ext uri="{FF2B5EF4-FFF2-40B4-BE49-F238E27FC236}">
                  <a16:creationId xmlns:a16="http://schemas.microsoft.com/office/drawing/2014/main" id="{9507AA8D-F20A-EA0B-5C3B-D218FBB4751B}"/>
                </a:ext>
              </a:extLst>
            </p:cNvPr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16;p35">
              <a:extLst>
                <a:ext uri="{FF2B5EF4-FFF2-40B4-BE49-F238E27FC236}">
                  <a16:creationId xmlns:a16="http://schemas.microsoft.com/office/drawing/2014/main" id="{8FD24C27-2B41-A897-545A-BFE38805FC08}"/>
                </a:ext>
              </a:extLst>
            </p:cNvPr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" name="Google Shape;517;p35">
              <a:extLst>
                <a:ext uri="{FF2B5EF4-FFF2-40B4-BE49-F238E27FC236}">
                  <a16:creationId xmlns:a16="http://schemas.microsoft.com/office/drawing/2014/main" id="{A4F9A5EA-E8FE-8B04-A02B-48616AEE4BC3}"/>
                </a:ext>
              </a:extLst>
            </p:cNvPr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tx1">
                      <a:lumMod val="50000"/>
                    </a:schemeClr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0" name="Google Shape;497;p35">
              <a:extLst>
                <a:ext uri="{FF2B5EF4-FFF2-40B4-BE49-F238E27FC236}">
                  <a16:creationId xmlns:a16="http://schemas.microsoft.com/office/drawing/2014/main" id="{2670D6BB-BC63-F605-C735-02A616AC9810}"/>
                </a:ext>
              </a:extLst>
            </p:cNvPr>
            <p:cNvSpPr txBox="1"/>
            <p:nvPr/>
          </p:nvSpPr>
          <p:spPr>
            <a:xfrm>
              <a:off x="4088667" y="287022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 dirty="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 dirty="0"/>
            </a:p>
          </p:txBody>
        </p:sp>
        <p:cxnSp>
          <p:nvCxnSpPr>
            <p:cNvPr id="61" name="Google Shape;507;p35">
              <a:extLst>
                <a:ext uri="{FF2B5EF4-FFF2-40B4-BE49-F238E27FC236}">
                  <a16:creationId xmlns:a16="http://schemas.microsoft.com/office/drawing/2014/main" id="{8742E060-7B8D-D88E-EFA7-883E452945CE}"/>
                </a:ext>
              </a:extLst>
            </p:cNvPr>
            <p:cNvCxnSpPr/>
            <p:nvPr/>
          </p:nvCxnSpPr>
          <p:spPr>
            <a:xfrm rot="10800000">
              <a:off x="4154239" y="2810246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452" name="Picture 451">
            <a:extLst>
              <a:ext uri="{FF2B5EF4-FFF2-40B4-BE49-F238E27FC236}">
                <a16:creationId xmlns:a16="http://schemas.microsoft.com/office/drawing/2014/main" id="{55D6BB12-FA29-AC3A-8B87-0D0375D2F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077" b="1565"/>
          <a:stretch>
            <a:fillRect/>
          </a:stretch>
        </p:blipFill>
        <p:spPr>
          <a:xfrm>
            <a:off x="3205580" y="4180389"/>
            <a:ext cx="5623514" cy="924361"/>
          </a:xfrm>
          <a:prstGeom prst="rect">
            <a:avLst/>
          </a:prstGeom>
        </p:spPr>
      </p:pic>
      <p:sp>
        <p:nvSpPr>
          <p:cNvPr id="453" name="Rectangle 452">
            <a:extLst>
              <a:ext uri="{FF2B5EF4-FFF2-40B4-BE49-F238E27FC236}">
                <a16:creationId xmlns:a16="http://schemas.microsoft.com/office/drawing/2014/main" id="{BC7C5BF3-8C57-5E05-664E-1989DE01E9A5}"/>
              </a:ext>
            </a:extLst>
          </p:cNvPr>
          <p:cNvSpPr/>
          <p:nvPr/>
        </p:nvSpPr>
        <p:spPr>
          <a:xfrm>
            <a:off x="2504974" y="2017856"/>
            <a:ext cx="492670" cy="1172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3D3F15A6-DBC0-C7EA-4612-A612CF443394}"/>
              </a:ext>
            </a:extLst>
          </p:cNvPr>
          <p:cNvSpPr/>
          <p:nvPr/>
        </p:nvSpPr>
        <p:spPr>
          <a:xfrm>
            <a:off x="2510570" y="1631764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87;p35">
            <a:extLst>
              <a:ext uri="{FF2B5EF4-FFF2-40B4-BE49-F238E27FC236}">
                <a16:creationId xmlns:a16="http://schemas.microsoft.com/office/drawing/2014/main" id="{E6015420-029A-6777-3601-0A41F1714DA2}"/>
              </a:ext>
            </a:extLst>
          </p:cNvPr>
          <p:cNvSpPr txBox="1"/>
          <p:nvPr/>
        </p:nvSpPr>
        <p:spPr>
          <a:xfrm>
            <a:off x="884092" y="640722"/>
            <a:ext cx="4609124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</a:t>
            </a: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Status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TimePoint:Status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Google Shape;488;p35">
            <a:extLst>
              <a:ext uri="{FF2B5EF4-FFF2-40B4-BE49-F238E27FC236}">
                <a16:creationId xmlns:a16="http://schemas.microsoft.com/office/drawing/2014/main" id="{26B4AA6F-E6CB-7CC1-5AB0-1CCDCE631769}"/>
              </a:ext>
            </a:extLst>
          </p:cNvPr>
          <p:cNvSpPr txBox="1"/>
          <p:nvPr/>
        </p:nvSpPr>
        <p:spPr>
          <a:xfrm>
            <a:off x="89531" y="606638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074D28-4189-F5C2-153D-DBB266C530DF}"/>
              </a:ext>
            </a:extLst>
          </p:cNvPr>
          <p:cNvSpPr/>
          <p:nvPr/>
        </p:nvSpPr>
        <p:spPr>
          <a:xfrm>
            <a:off x="1213299" y="2783493"/>
            <a:ext cx="427424" cy="427424"/>
          </a:xfrm>
          <a:custGeom>
            <a:avLst/>
            <a:gdLst>
              <a:gd name="csX0" fmla="*/ 0 w 427424"/>
              <a:gd name="csY0" fmla="*/ 213712 h 427424"/>
              <a:gd name="csX1" fmla="*/ 213712 w 427424"/>
              <a:gd name="csY1" fmla="*/ 0 h 427424"/>
              <a:gd name="csX2" fmla="*/ 427424 w 427424"/>
              <a:gd name="csY2" fmla="*/ 213712 h 427424"/>
              <a:gd name="csX3" fmla="*/ 213712 w 427424"/>
              <a:gd name="csY3" fmla="*/ 427424 h 427424"/>
              <a:gd name="csX4" fmla="*/ 0 w 427424"/>
              <a:gd name="csY4" fmla="*/ 213712 h 42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24" h="427424" extrusionOk="0">
                <a:moveTo>
                  <a:pt x="0" y="213712"/>
                </a:moveTo>
                <a:cubicBezTo>
                  <a:pt x="-14942" y="86466"/>
                  <a:pt x="71549" y="9057"/>
                  <a:pt x="213712" y="0"/>
                </a:cubicBezTo>
                <a:cubicBezTo>
                  <a:pt x="364474" y="6891"/>
                  <a:pt x="417905" y="95985"/>
                  <a:pt x="427424" y="213712"/>
                </a:cubicBezTo>
                <a:cubicBezTo>
                  <a:pt x="421091" y="337926"/>
                  <a:pt x="330083" y="436595"/>
                  <a:pt x="213712" y="427424"/>
                </a:cubicBezTo>
                <a:cubicBezTo>
                  <a:pt x="84694" y="421412"/>
                  <a:pt x="12688" y="337804"/>
                  <a:pt x="0" y="213712"/>
                </a:cubicBezTo>
                <a:close/>
              </a:path>
            </a:pathLst>
          </a:custGeom>
          <a:noFill/>
          <a:ln w="19050">
            <a:solidFill>
              <a:srgbClr val="007E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92792"/>
      </p:ext>
    </p:extLst>
  </p:cSld>
  <p:clrMapOvr>
    <a:masterClrMapping/>
  </p:clrMapOvr>
</p:sld>
</file>

<file path=ppt/theme/theme1.xml><?xml version="1.0" encoding="utf-8"?>
<a:theme xmlns:a="http://schemas.openxmlformats.org/drawingml/2006/main" name="Cancer Research UK">
  <a:themeElements>
    <a:clrScheme name="Cancer Research 2">
      <a:dk1>
        <a:srgbClr val="58595B"/>
      </a:dk1>
      <a:lt1>
        <a:sysClr val="window" lastClr="FFFFFF"/>
      </a:lt1>
      <a:dk2>
        <a:srgbClr val="2E008B"/>
      </a:dk2>
      <a:lt2>
        <a:srgbClr val="EC008C"/>
      </a:lt2>
      <a:accent1>
        <a:srgbClr val="00B6ED"/>
      </a:accent1>
      <a:accent2>
        <a:srgbClr val="A7A8AA"/>
      </a:accent2>
      <a:accent3>
        <a:srgbClr val="AB99D1"/>
      </a:accent3>
      <a:accent4>
        <a:srgbClr val="F799D1"/>
      </a:accent4>
      <a:accent5>
        <a:srgbClr val="99E2F8"/>
      </a:accent5>
      <a:accent6>
        <a:srgbClr val="D9D9D8"/>
      </a:accent6>
      <a:hlink>
        <a:srgbClr val="AB99D1"/>
      </a:hlink>
      <a:folHlink>
        <a:srgbClr val="99E2F8"/>
      </a:folHlink>
    </a:clrScheme>
    <a:fontScheme name="Cancer Research UK - specialis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UK Cambridge Institute PowerPoint" id="{7F2FA565-B8A7-414D-8B6A-780025C40E31}" vid="{68DF0E8F-ECF8-C749-9041-F0F08C90BC7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CRUK Cambridge Institute PowerPoint</Template>
  <TotalTime>2014</TotalTime>
  <Words>1728</Words>
  <Application>Microsoft Macintosh PowerPoint</Application>
  <PresentationFormat>On-screen Show (16:9)</PresentationFormat>
  <Paragraphs>445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Cabin</vt:lpstr>
      <vt:lpstr>Calibri Light</vt:lpstr>
      <vt:lpstr>Courier New</vt:lpstr>
      <vt:lpstr>Arial</vt:lpstr>
      <vt:lpstr>Calibri</vt:lpstr>
      <vt:lpstr>Cancer Research UK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  <vt:lpstr>Model Designs | Two factors - interaction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and contrasts in R/DESeq2</dc:title>
  <cp:lastModifiedBy>Ashley Sawle</cp:lastModifiedBy>
  <cp:revision>59</cp:revision>
  <dcterms:modified xsi:type="dcterms:W3CDTF">2026-03-26T11:49:09Z</dcterms:modified>
</cp:coreProperties>
</file>